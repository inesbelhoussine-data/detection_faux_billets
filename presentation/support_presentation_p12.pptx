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DDFDB-E482-4375-A328-1F9916F9657F}" v="11" dt="2026-09-30T18:36:39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s Belhoussine" userId="8779269a92f3eda0" providerId="LiveId" clId="{EDAE93F2-2B1F-4FE5-BBF4-E2EB8FC2390D}"/>
    <pc:docChg chg="custSel modSld">
      <pc:chgData name="Ines Belhoussine" userId="8779269a92f3eda0" providerId="LiveId" clId="{EDAE93F2-2B1F-4FE5-BBF4-E2EB8FC2390D}" dt="2026-10-01T09:12:36.225" v="49" actId="20577"/>
      <pc:docMkLst>
        <pc:docMk/>
      </pc:docMkLst>
      <pc:sldChg chg="modSp mod">
        <pc:chgData name="Ines Belhoussine" userId="8779269a92f3eda0" providerId="LiveId" clId="{EDAE93F2-2B1F-4FE5-BBF4-E2EB8FC2390D}" dt="2026-09-30T18:44:17.288" v="11" actId="20577"/>
        <pc:sldMkLst>
          <pc:docMk/>
          <pc:sldMk cId="3954179529" sldId="257"/>
        </pc:sldMkLst>
        <pc:graphicFrameChg chg="modGraphic">
          <ac:chgData name="Ines Belhoussine" userId="8779269a92f3eda0" providerId="LiveId" clId="{EDAE93F2-2B1F-4FE5-BBF4-E2EB8FC2390D}" dt="2026-09-30T18:44:17.288" v="11" actId="20577"/>
          <ac:graphicFrameMkLst>
            <pc:docMk/>
            <pc:sldMk cId="3954179529" sldId="257"/>
            <ac:graphicFrameMk id="7" creationId="{4B52EF9D-D341-EFEA-BD4D-B658C6F12AB5}"/>
          </ac:graphicFrameMkLst>
        </pc:graphicFrameChg>
      </pc:sldChg>
      <pc:sldChg chg="modSp">
        <pc:chgData name="Ines Belhoussine" userId="8779269a92f3eda0" providerId="LiveId" clId="{EDAE93F2-2B1F-4FE5-BBF4-E2EB8FC2390D}" dt="2026-09-30T18:36:39.865" v="10" actId="122"/>
        <pc:sldMkLst>
          <pc:docMk/>
          <pc:sldMk cId="2328874544" sldId="258"/>
        </pc:sldMkLst>
        <pc:graphicFrameChg chg="mod">
          <ac:chgData name="Ines Belhoussine" userId="8779269a92f3eda0" providerId="LiveId" clId="{EDAE93F2-2B1F-4FE5-BBF4-E2EB8FC2390D}" dt="2026-09-30T18:36:39.865" v="10" actId="122"/>
          <ac:graphicFrameMkLst>
            <pc:docMk/>
            <pc:sldMk cId="2328874544" sldId="258"/>
            <ac:graphicFrameMk id="7" creationId="{D61D602E-5632-117C-476C-BA11E3154B80}"/>
          </ac:graphicFrameMkLst>
        </pc:graphicFrameChg>
      </pc:sldChg>
      <pc:sldChg chg="addSp delSp modSp mod">
        <pc:chgData name="Ines Belhoussine" userId="8779269a92f3eda0" providerId="LiveId" clId="{EDAE93F2-2B1F-4FE5-BBF4-E2EB8FC2390D}" dt="2026-09-30T18:48:34.295" v="16" actId="1076"/>
        <pc:sldMkLst>
          <pc:docMk/>
          <pc:sldMk cId="2662765375" sldId="266"/>
        </pc:sldMkLst>
        <pc:spChg chg="add del mod">
          <ac:chgData name="Ines Belhoussine" userId="8779269a92f3eda0" providerId="LiveId" clId="{EDAE93F2-2B1F-4FE5-BBF4-E2EB8FC2390D}" dt="2026-09-30T18:48:28.165" v="13" actId="22"/>
          <ac:spMkLst>
            <pc:docMk/>
            <pc:sldMk cId="2662765375" sldId="266"/>
            <ac:spMk id="4" creationId="{4333A2C3-0EB8-1239-A79B-70BB8AFC5767}"/>
          </ac:spMkLst>
        </pc:spChg>
        <pc:picChg chg="del">
          <ac:chgData name="Ines Belhoussine" userId="8779269a92f3eda0" providerId="LiveId" clId="{EDAE93F2-2B1F-4FE5-BBF4-E2EB8FC2390D}" dt="2026-09-30T18:48:17.521" v="12" actId="478"/>
          <ac:picMkLst>
            <pc:docMk/>
            <pc:sldMk cId="2662765375" sldId="266"/>
            <ac:picMk id="5" creationId="{2AA01AAF-5302-BAAE-7CCE-BD742AAA0A6A}"/>
          </ac:picMkLst>
        </pc:picChg>
        <pc:picChg chg="add mod ord">
          <ac:chgData name="Ines Belhoussine" userId="8779269a92f3eda0" providerId="LiveId" clId="{EDAE93F2-2B1F-4FE5-BBF4-E2EB8FC2390D}" dt="2026-09-30T18:48:34.295" v="16" actId="1076"/>
          <ac:picMkLst>
            <pc:docMk/>
            <pc:sldMk cId="2662765375" sldId="266"/>
            <ac:picMk id="7" creationId="{0D8AAFA1-2678-9BA8-0A9D-1F503822D55E}"/>
          </ac:picMkLst>
        </pc:picChg>
      </pc:sldChg>
      <pc:sldChg chg="modSp mod">
        <pc:chgData name="Ines Belhoussine" userId="8779269a92f3eda0" providerId="LiveId" clId="{EDAE93F2-2B1F-4FE5-BBF4-E2EB8FC2390D}" dt="2026-10-01T09:12:36.225" v="49" actId="20577"/>
        <pc:sldMkLst>
          <pc:docMk/>
          <pc:sldMk cId="2691016449" sldId="267"/>
        </pc:sldMkLst>
        <pc:spChg chg="mod">
          <ac:chgData name="Ines Belhoussine" userId="8779269a92f3eda0" providerId="LiveId" clId="{EDAE93F2-2B1F-4FE5-BBF4-E2EB8FC2390D}" dt="2026-10-01T09:12:36.225" v="49" actId="20577"/>
          <ac:spMkLst>
            <pc:docMk/>
            <pc:sldMk cId="2691016449" sldId="267"/>
            <ac:spMk id="2" creationId="{BD668952-657C-A1E4-264F-4470BBDF667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BlockTimelineDefaultColorVariant">
  <dgm:title val="Block Timeline Default Color Variant"/>
  <dgm:desc val="Block Timeline Default Color Variant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BlockTimelineDefaultColorVariant">
  <dgm:title val="Block Timeline Default Color Variant"/>
  <dgm:desc val="Block Timeline Default Color Variant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F1DCD6-43A8-49B1-A6FC-E40B6C033D4F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4F339F-84DB-4A84-87A4-3E59F4FE015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>
              <a:latin typeface="Arial Nova" panose="020B0504020202020204" pitchFamily="34" charset="0"/>
            </a:rPr>
            <a:t>Objectif</a:t>
          </a:r>
          <a:r>
            <a:rPr lang="en-US" sz="1800" dirty="0">
              <a:latin typeface="Arial Nova" panose="020B0504020202020204" pitchFamily="34" charset="0"/>
            </a:rPr>
            <a:t> 1</a:t>
          </a:r>
        </a:p>
      </dgm:t>
    </dgm:pt>
    <dgm:pt modelId="{39E94FD6-E953-4FE2-8F2C-CE8815310B06}" type="parTrans" cxnId="{8EA94286-3F20-4BFC-B349-330BB2423700}">
      <dgm:prSet/>
      <dgm:spPr/>
      <dgm:t>
        <a:bodyPr/>
        <a:lstStyle/>
        <a:p>
          <a:endParaRPr lang="en-US"/>
        </a:p>
      </dgm:t>
    </dgm:pt>
    <dgm:pt modelId="{5FC0399E-D339-493E-93F0-6C8B09D51700}" type="sibTrans" cxnId="{8EA94286-3F20-4BFC-B349-330BB242370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6F3D9E3-7DAB-40CC-B2E7-261B1673D4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400" i="1" dirty="0">
              <a:latin typeface="Arial Nova" panose="020B0504020202020204" pitchFamily="34" charset="0"/>
            </a:rPr>
            <a:t>Lutte contre la contrefaçon</a:t>
          </a:r>
          <a:endParaRPr lang="en-US" sz="2400" dirty="0">
            <a:latin typeface="Arial Nova" panose="020B0504020202020204" pitchFamily="34" charset="0"/>
          </a:endParaRPr>
        </a:p>
      </dgm:t>
    </dgm:pt>
    <dgm:pt modelId="{DCE85235-7343-4E0C-80F8-07C9674B84A1}" type="parTrans" cxnId="{727E178F-B8E8-4DDA-936C-5A71A423EC10}">
      <dgm:prSet/>
      <dgm:spPr/>
      <dgm:t>
        <a:bodyPr/>
        <a:lstStyle/>
        <a:p>
          <a:endParaRPr lang="en-US"/>
        </a:p>
      </dgm:t>
    </dgm:pt>
    <dgm:pt modelId="{140ECD05-7095-44CF-90C3-D75A2F260EBD}" type="sibTrans" cxnId="{727E178F-B8E8-4DDA-936C-5A71A423EC10}">
      <dgm:prSet/>
      <dgm:spPr/>
      <dgm:t>
        <a:bodyPr/>
        <a:lstStyle/>
        <a:p>
          <a:endParaRPr lang="en-US"/>
        </a:p>
      </dgm:t>
    </dgm:pt>
    <dgm:pt modelId="{97BD104A-6EE0-4957-BD87-9E1969B3D2C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>
              <a:latin typeface="Arial Nova" panose="020B0504020202020204" pitchFamily="34" charset="0"/>
            </a:rPr>
            <a:t>Objectif 2</a:t>
          </a:r>
        </a:p>
      </dgm:t>
    </dgm:pt>
    <dgm:pt modelId="{98742204-2C43-4B7B-B793-4B375F1B6166}" type="parTrans" cxnId="{C201DA53-8CBF-4B14-9280-E7B06FA71431}">
      <dgm:prSet/>
      <dgm:spPr/>
      <dgm:t>
        <a:bodyPr/>
        <a:lstStyle/>
        <a:p>
          <a:endParaRPr lang="en-US"/>
        </a:p>
      </dgm:t>
    </dgm:pt>
    <dgm:pt modelId="{55D819FC-886D-480D-A350-28C56A0F5D23}" type="sibTrans" cxnId="{C201DA53-8CBF-4B14-9280-E7B06FA7143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D2561A9C-1AA6-401E-BF97-07CC59E19CB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400" i="1" dirty="0">
              <a:latin typeface="Arial Nova" panose="020B0504020202020204" pitchFamily="34" charset="0"/>
            </a:rPr>
            <a:t>Classification automatique des billets </a:t>
          </a:r>
          <a:endParaRPr lang="en-US" sz="2400" dirty="0">
            <a:latin typeface="Arial Nova" panose="020B0504020202020204" pitchFamily="34" charset="0"/>
          </a:endParaRPr>
        </a:p>
      </dgm:t>
    </dgm:pt>
    <dgm:pt modelId="{1DE67151-54A6-448D-883E-39B7C58F4ADA}" type="parTrans" cxnId="{27CD7D40-F16B-414F-B91D-0FD640E4C351}">
      <dgm:prSet/>
      <dgm:spPr/>
      <dgm:t>
        <a:bodyPr/>
        <a:lstStyle/>
        <a:p>
          <a:endParaRPr lang="en-US"/>
        </a:p>
      </dgm:t>
    </dgm:pt>
    <dgm:pt modelId="{7452EDBC-4E09-4379-9046-78411BE016F9}" type="sibTrans" cxnId="{27CD7D40-F16B-414F-B91D-0FD640E4C351}">
      <dgm:prSet/>
      <dgm:spPr/>
      <dgm:t>
        <a:bodyPr/>
        <a:lstStyle/>
        <a:p>
          <a:endParaRPr lang="en-US"/>
        </a:p>
      </dgm:t>
    </dgm:pt>
    <dgm:pt modelId="{95CE0CDF-A4C1-4D53-8211-0EEDB4AC6AFF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sz="2400" dirty="0">
              <a:latin typeface="Arial Nova" panose="020B0504020202020204" pitchFamily="34" charset="0"/>
            </a:rPr>
            <a:t>Objectif 3</a:t>
          </a:r>
          <a:endParaRPr lang="en-US" sz="2400" dirty="0">
            <a:latin typeface="Arial Nova" panose="020B0504020202020204" pitchFamily="34" charset="0"/>
          </a:endParaRPr>
        </a:p>
      </dgm:t>
    </dgm:pt>
    <dgm:pt modelId="{3D269CAF-BBFC-48A6-8897-C05C816079DC}" type="parTrans" cxnId="{FB1F5D0A-BCC4-4F6B-AF39-D05802492D8C}">
      <dgm:prSet/>
      <dgm:spPr/>
      <dgm:t>
        <a:bodyPr/>
        <a:lstStyle/>
        <a:p>
          <a:endParaRPr lang="en-US"/>
        </a:p>
      </dgm:t>
    </dgm:pt>
    <dgm:pt modelId="{B5756C08-2E75-40D1-88FC-12CB99E3E6F0}" type="sibTrans" cxnId="{FB1F5D0A-BCC4-4F6B-AF39-D05802492D8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F1730B6-D74D-4DFD-93F9-15B98A0AFA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400" i="1" dirty="0">
              <a:latin typeface="Arial Nova" panose="020B0504020202020204" pitchFamily="34" charset="0"/>
            </a:rPr>
            <a:t>Détecter un maximum de faux billets</a:t>
          </a:r>
          <a:r>
            <a:rPr lang="fr-FR" sz="1400" i="1" dirty="0">
              <a:latin typeface="Arial Nova" panose="020B0504020202020204" pitchFamily="34" charset="0"/>
            </a:rPr>
            <a:t>​</a:t>
          </a:r>
          <a:endParaRPr lang="en-US" sz="1400" dirty="0">
            <a:latin typeface="Arial Nova" panose="020B0504020202020204" pitchFamily="34" charset="0"/>
          </a:endParaRPr>
        </a:p>
      </dgm:t>
    </dgm:pt>
    <dgm:pt modelId="{E3CEF58D-510F-4526-A2DB-2D19CF162FCC}" type="parTrans" cxnId="{44788176-7C96-4EB4-9086-6D97F47D6AF3}">
      <dgm:prSet/>
      <dgm:spPr/>
      <dgm:t>
        <a:bodyPr/>
        <a:lstStyle/>
        <a:p>
          <a:endParaRPr lang="en-US"/>
        </a:p>
      </dgm:t>
    </dgm:pt>
    <dgm:pt modelId="{A299AA7A-D016-4E3A-A7F0-B2C91F423238}" type="sibTrans" cxnId="{44788176-7C96-4EB4-9086-6D97F47D6AF3}">
      <dgm:prSet/>
      <dgm:spPr/>
      <dgm:t>
        <a:bodyPr/>
        <a:lstStyle/>
        <a:p>
          <a:endParaRPr lang="en-US"/>
        </a:p>
      </dgm:t>
    </dgm:pt>
    <dgm:pt modelId="{98EDBBE7-85D9-4C9C-BA8C-A2C3DB2E8234}" type="pres">
      <dgm:prSet presAssocID="{9DF1DCD6-43A8-49B1-A6FC-E40B6C033D4F}" presName="Name0" presStyleCnt="0">
        <dgm:presLayoutVars>
          <dgm:dir/>
          <dgm:resizeHandles val="exact"/>
        </dgm:presLayoutVars>
      </dgm:prSet>
      <dgm:spPr/>
    </dgm:pt>
    <dgm:pt modelId="{99CA8210-2E18-4572-8079-065CC44E46BC}" type="pres">
      <dgm:prSet presAssocID="{D84F339F-84DB-4A84-87A4-3E59F4FE0152}" presName="compNode" presStyleCnt="0"/>
      <dgm:spPr/>
    </dgm:pt>
    <dgm:pt modelId="{AB2CB151-F909-45AE-879E-12905CE4D2E6}" type="pres">
      <dgm:prSet presAssocID="{D84F339F-84DB-4A84-87A4-3E59F4FE0152}" presName="pictRect" presStyleLbl="revTx" presStyleIdx="0" presStyleCnt="6">
        <dgm:presLayoutVars>
          <dgm:chMax val="0"/>
          <dgm:bulletEnabled/>
        </dgm:presLayoutVars>
      </dgm:prSet>
      <dgm:spPr/>
    </dgm:pt>
    <dgm:pt modelId="{2869FB5A-A436-4FA4-AB97-AA2EEE5BA013}" type="pres">
      <dgm:prSet presAssocID="{D84F339F-84DB-4A84-87A4-3E59F4FE0152}" presName="textRect" presStyleLbl="revTx" presStyleIdx="1" presStyleCnt="6">
        <dgm:presLayoutVars>
          <dgm:bulletEnabled/>
        </dgm:presLayoutVars>
      </dgm:prSet>
      <dgm:spPr/>
    </dgm:pt>
    <dgm:pt modelId="{D53282C5-9280-4A75-91B6-5C0791A84ED3}" type="pres">
      <dgm:prSet presAssocID="{5FC0399E-D339-493E-93F0-6C8B09D51700}" presName="sibTrans" presStyleLbl="sibTrans2D1" presStyleIdx="0" presStyleCnt="0"/>
      <dgm:spPr/>
    </dgm:pt>
    <dgm:pt modelId="{30F2D7E1-11F0-4D58-8FEF-7048FAFC60DC}" type="pres">
      <dgm:prSet presAssocID="{97BD104A-6EE0-4957-BD87-9E1969B3D2CC}" presName="compNode" presStyleCnt="0"/>
      <dgm:spPr/>
    </dgm:pt>
    <dgm:pt modelId="{C851A7CE-7275-48E1-820D-E3BAF20C2A8B}" type="pres">
      <dgm:prSet presAssocID="{97BD104A-6EE0-4957-BD87-9E1969B3D2CC}" presName="pictRect" presStyleLbl="revTx" presStyleIdx="2" presStyleCnt="6">
        <dgm:presLayoutVars>
          <dgm:chMax val="0"/>
          <dgm:bulletEnabled/>
        </dgm:presLayoutVars>
      </dgm:prSet>
      <dgm:spPr/>
    </dgm:pt>
    <dgm:pt modelId="{9E6D7648-4DAF-47CB-A00E-1E566079F582}" type="pres">
      <dgm:prSet presAssocID="{97BD104A-6EE0-4957-BD87-9E1969B3D2CC}" presName="textRect" presStyleLbl="revTx" presStyleIdx="3" presStyleCnt="6">
        <dgm:presLayoutVars>
          <dgm:bulletEnabled/>
        </dgm:presLayoutVars>
      </dgm:prSet>
      <dgm:spPr/>
    </dgm:pt>
    <dgm:pt modelId="{85F9B8F1-2E39-43C8-A506-AF06AD2F0011}" type="pres">
      <dgm:prSet presAssocID="{55D819FC-886D-480D-A350-28C56A0F5D23}" presName="sibTrans" presStyleLbl="sibTrans2D1" presStyleIdx="0" presStyleCnt="0"/>
      <dgm:spPr/>
    </dgm:pt>
    <dgm:pt modelId="{E01C3506-3958-488C-8A61-3E9D244C5E9D}" type="pres">
      <dgm:prSet presAssocID="{95CE0CDF-A4C1-4D53-8211-0EEDB4AC6AFF}" presName="compNode" presStyleCnt="0"/>
      <dgm:spPr/>
    </dgm:pt>
    <dgm:pt modelId="{321B6D83-A9D1-4319-8221-686E4AD15C7E}" type="pres">
      <dgm:prSet presAssocID="{95CE0CDF-A4C1-4D53-8211-0EEDB4AC6AFF}" presName="pictRect" presStyleLbl="revTx" presStyleIdx="4" presStyleCnt="6">
        <dgm:presLayoutVars>
          <dgm:chMax val="0"/>
          <dgm:bulletEnabled/>
        </dgm:presLayoutVars>
      </dgm:prSet>
      <dgm:spPr/>
    </dgm:pt>
    <dgm:pt modelId="{5897ADCC-D0A5-4F79-9FF2-AAEF79468E47}" type="pres">
      <dgm:prSet presAssocID="{95CE0CDF-A4C1-4D53-8211-0EEDB4AC6AFF}" presName="textRect" presStyleLbl="revTx" presStyleIdx="5" presStyleCnt="6">
        <dgm:presLayoutVars>
          <dgm:bulletEnabled/>
        </dgm:presLayoutVars>
      </dgm:prSet>
      <dgm:spPr/>
    </dgm:pt>
  </dgm:ptLst>
  <dgm:cxnLst>
    <dgm:cxn modelId="{FB1F5D0A-BCC4-4F6B-AF39-D05802492D8C}" srcId="{9DF1DCD6-43A8-49B1-A6FC-E40B6C033D4F}" destId="{95CE0CDF-A4C1-4D53-8211-0EEDB4AC6AFF}" srcOrd="2" destOrd="0" parTransId="{3D269CAF-BBFC-48A6-8897-C05C816079DC}" sibTransId="{B5756C08-2E75-40D1-88FC-12CB99E3E6F0}"/>
    <dgm:cxn modelId="{D553B627-0551-449E-A46D-CFBAC096EC84}" type="presOf" srcId="{97BD104A-6EE0-4957-BD87-9E1969B3D2CC}" destId="{C851A7CE-7275-48E1-820D-E3BAF20C2A8B}" srcOrd="0" destOrd="0" presId="urn:microsoft.com/office/officeart/2024/3/layout/hArchList1"/>
    <dgm:cxn modelId="{8A659030-F240-4DB7-A082-D5CBED4B8080}" type="presOf" srcId="{D84F339F-84DB-4A84-87A4-3E59F4FE0152}" destId="{AB2CB151-F909-45AE-879E-12905CE4D2E6}" srcOrd="0" destOrd="0" presId="urn:microsoft.com/office/officeart/2024/3/layout/hArchList1"/>
    <dgm:cxn modelId="{27CD7D40-F16B-414F-B91D-0FD640E4C351}" srcId="{97BD104A-6EE0-4957-BD87-9E1969B3D2CC}" destId="{D2561A9C-1AA6-401E-BF97-07CC59E19CB0}" srcOrd="0" destOrd="0" parTransId="{1DE67151-54A6-448D-883E-39B7C58F4ADA}" sibTransId="{7452EDBC-4E09-4379-9046-78411BE016F9}"/>
    <dgm:cxn modelId="{175CB04E-08BD-4873-9FDB-B9DA6C586B6F}" type="presOf" srcId="{36F3D9E3-7DAB-40CC-B2E7-261B1673D4EF}" destId="{2869FB5A-A436-4FA4-AB97-AA2EEE5BA013}" srcOrd="0" destOrd="0" presId="urn:microsoft.com/office/officeart/2024/3/layout/hArchList1"/>
    <dgm:cxn modelId="{100CE871-5259-42F4-B47E-60144C1B75C7}" type="presOf" srcId="{D2561A9C-1AA6-401E-BF97-07CC59E19CB0}" destId="{9E6D7648-4DAF-47CB-A00E-1E566079F582}" srcOrd="0" destOrd="0" presId="urn:microsoft.com/office/officeart/2024/3/layout/hArchList1"/>
    <dgm:cxn modelId="{C201DA53-8CBF-4B14-9280-E7B06FA71431}" srcId="{9DF1DCD6-43A8-49B1-A6FC-E40B6C033D4F}" destId="{97BD104A-6EE0-4957-BD87-9E1969B3D2CC}" srcOrd="1" destOrd="0" parTransId="{98742204-2C43-4B7B-B793-4B375F1B6166}" sibTransId="{55D819FC-886D-480D-A350-28C56A0F5D23}"/>
    <dgm:cxn modelId="{44788176-7C96-4EB4-9086-6D97F47D6AF3}" srcId="{95CE0CDF-A4C1-4D53-8211-0EEDB4AC6AFF}" destId="{BF1730B6-D74D-4DFD-93F9-15B98A0AFA65}" srcOrd="0" destOrd="0" parTransId="{E3CEF58D-510F-4526-A2DB-2D19CF162FCC}" sibTransId="{A299AA7A-D016-4E3A-A7F0-B2C91F423238}"/>
    <dgm:cxn modelId="{88B08D59-E73E-4AF5-AAAB-A2A5EB44AD7A}" type="presOf" srcId="{5FC0399E-D339-493E-93F0-6C8B09D51700}" destId="{D53282C5-9280-4A75-91B6-5C0791A84ED3}" srcOrd="0" destOrd="0" presId="urn:microsoft.com/office/officeart/2024/3/layout/hArchList1"/>
    <dgm:cxn modelId="{8EA94286-3F20-4BFC-B349-330BB2423700}" srcId="{9DF1DCD6-43A8-49B1-A6FC-E40B6C033D4F}" destId="{D84F339F-84DB-4A84-87A4-3E59F4FE0152}" srcOrd="0" destOrd="0" parTransId="{39E94FD6-E953-4FE2-8F2C-CE8815310B06}" sibTransId="{5FC0399E-D339-493E-93F0-6C8B09D51700}"/>
    <dgm:cxn modelId="{727E178F-B8E8-4DDA-936C-5A71A423EC10}" srcId="{D84F339F-84DB-4A84-87A4-3E59F4FE0152}" destId="{36F3D9E3-7DAB-40CC-B2E7-261B1673D4EF}" srcOrd="0" destOrd="0" parTransId="{DCE85235-7343-4E0C-80F8-07C9674B84A1}" sibTransId="{140ECD05-7095-44CF-90C3-D75A2F260EBD}"/>
    <dgm:cxn modelId="{6BEBB599-56EA-46C6-8C04-4B2EAFD9EB98}" type="presOf" srcId="{55D819FC-886D-480D-A350-28C56A0F5D23}" destId="{85F9B8F1-2E39-43C8-A506-AF06AD2F0011}" srcOrd="0" destOrd="0" presId="urn:microsoft.com/office/officeart/2024/3/layout/hArchList1"/>
    <dgm:cxn modelId="{483A4BAB-07A2-43E7-817C-C9D9CADA9B01}" type="presOf" srcId="{BF1730B6-D74D-4DFD-93F9-15B98A0AFA65}" destId="{5897ADCC-D0A5-4F79-9FF2-AAEF79468E47}" srcOrd="0" destOrd="0" presId="urn:microsoft.com/office/officeart/2024/3/layout/hArchList1"/>
    <dgm:cxn modelId="{506D4BCB-8C0B-43C1-AF29-2A1953DE96FB}" type="presOf" srcId="{9DF1DCD6-43A8-49B1-A6FC-E40B6C033D4F}" destId="{98EDBBE7-85D9-4C9C-BA8C-A2C3DB2E8234}" srcOrd="0" destOrd="0" presId="urn:microsoft.com/office/officeart/2024/3/layout/hArchList1"/>
    <dgm:cxn modelId="{03A589EF-D86E-483E-B5B2-C1C074939451}" type="presOf" srcId="{95CE0CDF-A4C1-4D53-8211-0EEDB4AC6AFF}" destId="{321B6D83-A9D1-4319-8221-686E4AD15C7E}" srcOrd="0" destOrd="0" presId="urn:microsoft.com/office/officeart/2024/3/layout/hArchList1"/>
    <dgm:cxn modelId="{EA4D9D97-ADAA-43C5-BEA1-F73DD9A37184}" type="presParOf" srcId="{98EDBBE7-85D9-4C9C-BA8C-A2C3DB2E8234}" destId="{99CA8210-2E18-4572-8079-065CC44E46BC}" srcOrd="0" destOrd="0" presId="urn:microsoft.com/office/officeart/2024/3/layout/hArchList1"/>
    <dgm:cxn modelId="{22899E3C-542C-4301-BAD6-A382EE9DEFFE}" type="presParOf" srcId="{99CA8210-2E18-4572-8079-065CC44E46BC}" destId="{AB2CB151-F909-45AE-879E-12905CE4D2E6}" srcOrd="0" destOrd="0" presId="urn:microsoft.com/office/officeart/2024/3/layout/hArchList1"/>
    <dgm:cxn modelId="{2137DBC8-AAEE-4AC2-B0FE-9641B38F0E2E}" type="presParOf" srcId="{99CA8210-2E18-4572-8079-065CC44E46BC}" destId="{2869FB5A-A436-4FA4-AB97-AA2EEE5BA013}" srcOrd="1" destOrd="0" presId="urn:microsoft.com/office/officeart/2024/3/layout/hArchList1"/>
    <dgm:cxn modelId="{9ECB26BD-8F4F-4D43-8C04-C5803246501A}" type="presParOf" srcId="{98EDBBE7-85D9-4C9C-BA8C-A2C3DB2E8234}" destId="{D53282C5-9280-4A75-91B6-5C0791A84ED3}" srcOrd="1" destOrd="0" presId="urn:microsoft.com/office/officeart/2024/3/layout/hArchList1"/>
    <dgm:cxn modelId="{E59F2534-18FB-452F-AD4F-92D44D774524}" type="presParOf" srcId="{98EDBBE7-85D9-4C9C-BA8C-A2C3DB2E8234}" destId="{30F2D7E1-11F0-4D58-8FEF-7048FAFC60DC}" srcOrd="2" destOrd="0" presId="urn:microsoft.com/office/officeart/2024/3/layout/hArchList1"/>
    <dgm:cxn modelId="{AAC63620-3548-41C4-8216-6923A035E3C7}" type="presParOf" srcId="{30F2D7E1-11F0-4D58-8FEF-7048FAFC60DC}" destId="{C851A7CE-7275-48E1-820D-E3BAF20C2A8B}" srcOrd="0" destOrd="0" presId="urn:microsoft.com/office/officeart/2024/3/layout/hArchList1"/>
    <dgm:cxn modelId="{84E579AF-1718-462F-BAD9-6BFC281CC93A}" type="presParOf" srcId="{30F2D7E1-11F0-4D58-8FEF-7048FAFC60DC}" destId="{9E6D7648-4DAF-47CB-A00E-1E566079F582}" srcOrd="1" destOrd="0" presId="urn:microsoft.com/office/officeart/2024/3/layout/hArchList1"/>
    <dgm:cxn modelId="{25882EE9-5EB7-4DFD-9DEE-64A7FA181879}" type="presParOf" srcId="{98EDBBE7-85D9-4C9C-BA8C-A2C3DB2E8234}" destId="{85F9B8F1-2E39-43C8-A506-AF06AD2F0011}" srcOrd="3" destOrd="0" presId="urn:microsoft.com/office/officeart/2024/3/layout/hArchList1"/>
    <dgm:cxn modelId="{91590608-1BE0-4A3B-8618-05543C462EEA}" type="presParOf" srcId="{98EDBBE7-85D9-4C9C-BA8C-A2C3DB2E8234}" destId="{E01C3506-3958-488C-8A61-3E9D244C5E9D}" srcOrd="4" destOrd="0" presId="urn:microsoft.com/office/officeart/2024/3/layout/hArchList1"/>
    <dgm:cxn modelId="{44076E88-6CFF-41F5-8359-75096D73C357}" type="presParOf" srcId="{E01C3506-3958-488C-8A61-3E9D244C5E9D}" destId="{321B6D83-A9D1-4319-8221-686E4AD15C7E}" srcOrd="0" destOrd="0" presId="urn:microsoft.com/office/officeart/2024/3/layout/hArchList1"/>
    <dgm:cxn modelId="{356C4CE9-9FA4-4C46-9F40-447CF76430A1}" type="presParOf" srcId="{E01C3506-3958-488C-8A61-3E9D244C5E9D}" destId="{5897ADCC-D0A5-4F79-9FF2-AAEF79468E47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D16008-8604-46C1-8AE6-B5BC50DA2FAD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CFF9E-38D1-423E-A86F-4C21E8948ED5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sz="2000" b="1" dirty="0">
              <a:latin typeface="Arial Nova" panose="020B0504020202020204" pitchFamily="34" charset="0"/>
            </a:rPr>
            <a:t>1500 BILLETS</a:t>
          </a:r>
          <a:endParaRPr lang="en-US" sz="2000" b="1" dirty="0">
            <a:latin typeface="Arial Nova" panose="020B0504020202020204" pitchFamily="34" charset="0"/>
          </a:endParaRPr>
        </a:p>
      </dgm:t>
    </dgm:pt>
    <dgm:pt modelId="{48816C0D-3AD5-402D-8591-2E7E1DD45705}" type="parTrans" cxnId="{A7EACDFB-79E1-4135-BB1F-0FC9B2F0FE02}">
      <dgm:prSet/>
      <dgm:spPr/>
      <dgm:t>
        <a:bodyPr/>
        <a:lstStyle/>
        <a:p>
          <a:endParaRPr lang="en-US"/>
        </a:p>
      </dgm:t>
    </dgm:pt>
    <dgm:pt modelId="{CF54724A-136E-4321-9789-5C99620506F8}" type="sibTrans" cxnId="{A7EACDFB-79E1-4135-BB1F-0FC9B2F0FE0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A8FF0D0-3A2A-44B7-996B-9F1763128AA3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b="1" dirty="0">
              <a:latin typeface="Arial Nova" panose="020B0504020202020204" pitchFamily="34" charset="0"/>
            </a:rPr>
            <a:t>1000 AUTHENTIQUES</a:t>
          </a:r>
          <a:endParaRPr lang="en-US" b="1" dirty="0">
            <a:latin typeface="Arial Nova" panose="020B0504020202020204" pitchFamily="34" charset="0"/>
          </a:endParaRPr>
        </a:p>
      </dgm:t>
    </dgm:pt>
    <dgm:pt modelId="{09C63104-57AF-4E99-9A17-524268B82B48}" type="parTrans" cxnId="{5554B9C9-A66D-4DCB-B637-8E88AC479D91}">
      <dgm:prSet/>
      <dgm:spPr/>
      <dgm:t>
        <a:bodyPr/>
        <a:lstStyle/>
        <a:p>
          <a:endParaRPr lang="en-US"/>
        </a:p>
      </dgm:t>
    </dgm:pt>
    <dgm:pt modelId="{1A8CA347-941E-496A-A0E0-6DA3C309EE4C}" type="sibTrans" cxnId="{5554B9C9-A66D-4DCB-B637-8E88AC479D9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B3C082E-EAB1-49A9-96E6-4A92FFBCC586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b="1" dirty="0">
              <a:latin typeface="Arial Nova" panose="020B0504020202020204" pitchFamily="34" charset="0"/>
            </a:rPr>
            <a:t>500 FAUX</a:t>
          </a:r>
          <a:endParaRPr lang="en-US" b="1" dirty="0">
            <a:latin typeface="Arial Nova" panose="020B0504020202020204" pitchFamily="34" charset="0"/>
          </a:endParaRPr>
        </a:p>
      </dgm:t>
    </dgm:pt>
    <dgm:pt modelId="{62E62B11-4597-4038-B6A4-E852E0D4C091}" type="parTrans" cxnId="{B8282677-1489-402B-AF69-6BC2DD3DD251}">
      <dgm:prSet/>
      <dgm:spPr/>
      <dgm:t>
        <a:bodyPr/>
        <a:lstStyle/>
        <a:p>
          <a:endParaRPr lang="en-US"/>
        </a:p>
      </dgm:t>
    </dgm:pt>
    <dgm:pt modelId="{B889141A-7742-4353-AF30-5D1D60D531CB}" type="sibTrans" cxnId="{B8282677-1489-402B-AF69-6BC2DD3DD25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2BAE7A4-B11C-42EB-939A-B76ACC4D504B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b="1" dirty="0">
              <a:latin typeface="Arial Nova" panose="020B0504020202020204" pitchFamily="34" charset="0"/>
            </a:rPr>
            <a:t>6 VARIABLES GEOMETRIQUES</a:t>
          </a:r>
          <a:endParaRPr lang="en-US" b="1" dirty="0">
            <a:latin typeface="Arial Nova" panose="020B0504020202020204" pitchFamily="34" charset="0"/>
          </a:endParaRPr>
        </a:p>
      </dgm:t>
    </dgm:pt>
    <dgm:pt modelId="{2336077A-5A67-4C02-87FC-EADD40A8CA5F}" type="parTrans" cxnId="{C6D6E31B-457D-485F-AE62-49AFF93958DF}">
      <dgm:prSet/>
      <dgm:spPr/>
      <dgm:t>
        <a:bodyPr/>
        <a:lstStyle/>
        <a:p>
          <a:endParaRPr lang="en-US"/>
        </a:p>
      </dgm:t>
    </dgm:pt>
    <dgm:pt modelId="{A783D97E-C8BD-4C78-82F2-505D084A2C76}" type="sibTrans" cxnId="{C6D6E31B-457D-485F-AE62-49AFF93958D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0DDCDC07-9483-4652-AAAB-2D9A9519C752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b="1" dirty="0">
              <a:latin typeface="Arial Nova" panose="020B0504020202020204" pitchFamily="34" charset="0"/>
            </a:rPr>
            <a:t>CIBLE : </a:t>
          </a:r>
          <a:r>
            <a:rPr lang="fr-FR" b="1" dirty="0" err="1">
              <a:latin typeface="Arial Nova" panose="020B0504020202020204" pitchFamily="34" charset="0"/>
            </a:rPr>
            <a:t>is_genuine</a:t>
          </a:r>
          <a:endParaRPr lang="en-US" b="1" dirty="0">
            <a:latin typeface="Arial Nova" panose="020B0504020202020204" pitchFamily="34" charset="0"/>
          </a:endParaRPr>
        </a:p>
      </dgm:t>
    </dgm:pt>
    <dgm:pt modelId="{350C2935-2C54-455B-9E8A-62FFE29367FA}" type="parTrans" cxnId="{24C34586-9A6B-426F-A03B-93D42244D35E}">
      <dgm:prSet/>
      <dgm:spPr/>
      <dgm:t>
        <a:bodyPr/>
        <a:lstStyle/>
        <a:p>
          <a:endParaRPr lang="en-US"/>
        </a:p>
      </dgm:t>
    </dgm:pt>
    <dgm:pt modelId="{E843C5F2-33F9-4189-A089-C4D7ADDDA5FB}" type="sibTrans" cxnId="{24C34586-9A6B-426F-A03B-93D42244D35E}">
      <dgm:prSet/>
      <dgm:spPr/>
      <dgm:t>
        <a:bodyPr/>
        <a:lstStyle/>
        <a:p>
          <a:endParaRPr lang="en-US"/>
        </a:p>
      </dgm:t>
    </dgm:pt>
    <dgm:pt modelId="{DD73A049-EA42-48C1-A0E2-826AF8104588}" type="pres">
      <dgm:prSet presAssocID="{26D16008-8604-46C1-8AE6-B5BC50DA2FAD}" presName="Name0" presStyleCnt="0">
        <dgm:presLayoutVars>
          <dgm:dir/>
          <dgm:resizeHandles val="exact"/>
        </dgm:presLayoutVars>
      </dgm:prSet>
      <dgm:spPr/>
    </dgm:pt>
    <dgm:pt modelId="{FA4C4F9F-DC09-4DF2-ADEA-211D35B77456}" type="pres">
      <dgm:prSet presAssocID="{4ECCFF9E-38D1-423E-A86F-4C21E8948ED5}" presName="compNode" presStyleCnt="0"/>
      <dgm:spPr/>
    </dgm:pt>
    <dgm:pt modelId="{8E29F691-3300-4F26-B468-070A431D98F0}" type="pres">
      <dgm:prSet presAssocID="{4ECCFF9E-38D1-423E-A86F-4C21E8948ED5}" presName="pictRect" presStyleLbl="revTx" presStyleIdx="0" presStyleCnt="10">
        <dgm:presLayoutVars>
          <dgm:chMax val="0"/>
          <dgm:bulletEnabled/>
        </dgm:presLayoutVars>
      </dgm:prSet>
      <dgm:spPr/>
    </dgm:pt>
    <dgm:pt modelId="{39BEC36C-7A22-41FA-9739-201DC0FE9312}" type="pres">
      <dgm:prSet presAssocID="{4ECCFF9E-38D1-423E-A86F-4C21E8948ED5}" presName="textRect" presStyleLbl="revTx" presStyleIdx="1" presStyleCnt="10">
        <dgm:presLayoutVars>
          <dgm:bulletEnabled/>
        </dgm:presLayoutVars>
      </dgm:prSet>
      <dgm:spPr/>
    </dgm:pt>
    <dgm:pt modelId="{2599CA2B-34D3-45C5-8078-7BAD968AB55F}" type="pres">
      <dgm:prSet presAssocID="{CF54724A-136E-4321-9789-5C99620506F8}" presName="sibTrans" presStyleLbl="sibTrans2D1" presStyleIdx="0" presStyleCnt="0"/>
      <dgm:spPr/>
    </dgm:pt>
    <dgm:pt modelId="{FE73F7A1-7587-4E03-8025-1FE1E3F624AE}" type="pres">
      <dgm:prSet presAssocID="{3A8FF0D0-3A2A-44B7-996B-9F1763128AA3}" presName="compNode" presStyleCnt="0"/>
      <dgm:spPr/>
    </dgm:pt>
    <dgm:pt modelId="{0DFE9D40-2C3F-4862-8FBC-3A39D898FCA8}" type="pres">
      <dgm:prSet presAssocID="{3A8FF0D0-3A2A-44B7-996B-9F1763128AA3}" presName="pictRect" presStyleLbl="revTx" presStyleIdx="2" presStyleCnt="10">
        <dgm:presLayoutVars>
          <dgm:chMax val="0"/>
          <dgm:bulletEnabled/>
        </dgm:presLayoutVars>
      </dgm:prSet>
      <dgm:spPr/>
    </dgm:pt>
    <dgm:pt modelId="{3B1E442F-EC69-48EE-8A00-E15AF1E54587}" type="pres">
      <dgm:prSet presAssocID="{3A8FF0D0-3A2A-44B7-996B-9F1763128AA3}" presName="textRect" presStyleLbl="revTx" presStyleIdx="3" presStyleCnt="10">
        <dgm:presLayoutVars>
          <dgm:bulletEnabled/>
        </dgm:presLayoutVars>
      </dgm:prSet>
      <dgm:spPr/>
    </dgm:pt>
    <dgm:pt modelId="{C36642F0-1850-42DC-9EF4-D41B06560CB9}" type="pres">
      <dgm:prSet presAssocID="{1A8CA347-941E-496A-A0E0-6DA3C309EE4C}" presName="sibTrans" presStyleLbl="sibTrans2D1" presStyleIdx="0" presStyleCnt="0"/>
      <dgm:spPr/>
    </dgm:pt>
    <dgm:pt modelId="{8B03FE3E-3BA1-4AFC-ABCE-6E7CDBF1F237}" type="pres">
      <dgm:prSet presAssocID="{2B3C082E-EAB1-49A9-96E6-4A92FFBCC586}" presName="compNode" presStyleCnt="0"/>
      <dgm:spPr/>
    </dgm:pt>
    <dgm:pt modelId="{7655245D-E950-4109-9229-7A053D7AB43D}" type="pres">
      <dgm:prSet presAssocID="{2B3C082E-EAB1-49A9-96E6-4A92FFBCC586}" presName="pictRect" presStyleLbl="revTx" presStyleIdx="4" presStyleCnt="10">
        <dgm:presLayoutVars>
          <dgm:chMax val="0"/>
          <dgm:bulletEnabled/>
        </dgm:presLayoutVars>
      </dgm:prSet>
      <dgm:spPr/>
    </dgm:pt>
    <dgm:pt modelId="{598CDC6B-9CAB-4C8F-906A-E44891F28B67}" type="pres">
      <dgm:prSet presAssocID="{2B3C082E-EAB1-49A9-96E6-4A92FFBCC586}" presName="textRect" presStyleLbl="revTx" presStyleIdx="5" presStyleCnt="10">
        <dgm:presLayoutVars>
          <dgm:bulletEnabled/>
        </dgm:presLayoutVars>
      </dgm:prSet>
      <dgm:spPr/>
    </dgm:pt>
    <dgm:pt modelId="{0AE858F5-FFE7-445B-8C20-A0B285D07FC0}" type="pres">
      <dgm:prSet presAssocID="{B889141A-7742-4353-AF30-5D1D60D531CB}" presName="sibTrans" presStyleLbl="sibTrans2D1" presStyleIdx="0" presStyleCnt="0"/>
      <dgm:spPr/>
    </dgm:pt>
    <dgm:pt modelId="{01091B60-D6AF-4ACD-B164-782018CB98B9}" type="pres">
      <dgm:prSet presAssocID="{82BAE7A4-B11C-42EB-939A-B76ACC4D504B}" presName="compNode" presStyleCnt="0"/>
      <dgm:spPr/>
    </dgm:pt>
    <dgm:pt modelId="{4FD4CE00-24E9-4666-BDC8-E38C628026D5}" type="pres">
      <dgm:prSet presAssocID="{82BAE7A4-B11C-42EB-939A-B76ACC4D504B}" presName="pictRect" presStyleLbl="revTx" presStyleIdx="6" presStyleCnt="10">
        <dgm:presLayoutVars>
          <dgm:chMax val="0"/>
          <dgm:bulletEnabled/>
        </dgm:presLayoutVars>
      </dgm:prSet>
      <dgm:spPr/>
    </dgm:pt>
    <dgm:pt modelId="{B28A8B6F-13E9-4812-9127-3FE99F67E968}" type="pres">
      <dgm:prSet presAssocID="{82BAE7A4-B11C-42EB-939A-B76ACC4D504B}" presName="textRect" presStyleLbl="revTx" presStyleIdx="7" presStyleCnt="10">
        <dgm:presLayoutVars>
          <dgm:bulletEnabled/>
        </dgm:presLayoutVars>
      </dgm:prSet>
      <dgm:spPr/>
    </dgm:pt>
    <dgm:pt modelId="{4750F881-9E70-4A44-98AD-A27A32CEAA1E}" type="pres">
      <dgm:prSet presAssocID="{A783D97E-C8BD-4C78-82F2-505D084A2C76}" presName="sibTrans" presStyleLbl="sibTrans2D1" presStyleIdx="0" presStyleCnt="0"/>
      <dgm:spPr/>
    </dgm:pt>
    <dgm:pt modelId="{77941DC4-79F4-48D3-88C7-3DA12E21019B}" type="pres">
      <dgm:prSet presAssocID="{0DDCDC07-9483-4652-AAAB-2D9A9519C752}" presName="compNode" presStyleCnt="0"/>
      <dgm:spPr/>
    </dgm:pt>
    <dgm:pt modelId="{E794ABFE-0D97-48AD-83ED-A1F678D4AD12}" type="pres">
      <dgm:prSet presAssocID="{0DDCDC07-9483-4652-AAAB-2D9A9519C752}" presName="pictRect" presStyleLbl="revTx" presStyleIdx="8" presStyleCnt="10">
        <dgm:presLayoutVars>
          <dgm:chMax val="0"/>
          <dgm:bulletEnabled/>
        </dgm:presLayoutVars>
      </dgm:prSet>
      <dgm:spPr/>
    </dgm:pt>
    <dgm:pt modelId="{4926CEF1-C681-45A9-A9C3-57AB8143743F}" type="pres">
      <dgm:prSet presAssocID="{0DDCDC07-9483-4652-AAAB-2D9A9519C752}" presName="textRect" presStyleLbl="revTx" presStyleIdx="9" presStyleCnt="10">
        <dgm:presLayoutVars>
          <dgm:bulletEnabled/>
        </dgm:presLayoutVars>
      </dgm:prSet>
      <dgm:spPr/>
    </dgm:pt>
  </dgm:ptLst>
  <dgm:cxnLst>
    <dgm:cxn modelId="{95376A09-4ECB-4CA4-A7EB-969739702166}" type="presOf" srcId="{B889141A-7742-4353-AF30-5D1D60D531CB}" destId="{0AE858F5-FFE7-445B-8C20-A0B285D07FC0}" srcOrd="0" destOrd="0" presId="urn:microsoft.com/office/officeart/2024/3/layout/hArchList1"/>
    <dgm:cxn modelId="{C6D6E31B-457D-485F-AE62-49AFF93958DF}" srcId="{26D16008-8604-46C1-8AE6-B5BC50DA2FAD}" destId="{82BAE7A4-B11C-42EB-939A-B76ACC4D504B}" srcOrd="3" destOrd="0" parTransId="{2336077A-5A67-4C02-87FC-EADD40A8CA5F}" sibTransId="{A783D97E-C8BD-4C78-82F2-505D084A2C76}"/>
    <dgm:cxn modelId="{2BF8AA26-05B8-4230-992D-1B2ED7C8467F}" type="presOf" srcId="{A783D97E-C8BD-4C78-82F2-505D084A2C76}" destId="{4750F881-9E70-4A44-98AD-A27A32CEAA1E}" srcOrd="0" destOrd="0" presId="urn:microsoft.com/office/officeart/2024/3/layout/hArchList1"/>
    <dgm:cxn modelId="{F610BD26-CE54-4E08-B756-DD39803390EE}" type="presOf" srcId="{82BAE7A4-B11C-42EB-939A-B76ACC4D504B}" destId="{4FD4CE00-24E9-4666-BDC8-E38C628026D5}" srcOrd="0" destOrd="0" presId="urn:microsoft.com/office/officeart/2024/3/layout/hArchList1"/>
    <dgm:cxn modelId="{BC722F2D-F2A8-46A3-917E-D2F0EE6C9783}" type="presOf" srcId="{4ECCFF9E-38D1-423E-A86F-4C21E8948ED5}" destId="{8E29F691-3300-4F26-B468-070A431D98F0}" srcOrd="0" destOrd="0" presId="urn:microsoft.com/office/officeart/2024/3/layout/hArchList1"/>
    <dgm:cxn modelId="{83208F47-BB12-46B5-862D-52B519882186}" type="presOf" srcId="{3A8FF0D0-3A2A-44B7-996B-9F1763128AA3}" destId="{0DFE9D40-2C3F-4862-8FBC-3A39D898FCA8}" srcOrd="0" destOrd="0" presId="urn:microsoft.com/office/officeart/2024/3/layout/hArchList1"/>
    <dgm:cxn modelId="{6CCB8F53-23B7-4DD3-A489-C9DFD7FDFF5B}" type="presOf" srcId="{1A8CA347-941E-496A-A0E0-6DA3C309EE4C}" destId="{C36642F0-1850-42DC-9EF4-D41B06560CB9}" srcOrd="0" destOrd="0" presId="urn:microsoft.com/office/officeart/2024/3/layout/hArchList1"/>
    <dgm:cxn modelId="{B8282677-1489-402B-AF69-6BC2DD3DD251}" srcId="{26D16008-8604-46C1-8AE6-B5BC50DA2FAD}" destId="{2B3C082E-EAB1-49A9-96E6-4A92FFBCC586}" srcOrd="2" destOrd="0" parTransId="{62E62B11-4597-4038-B6A4-E852E0D4C091}" sibTransId="{B889141A-7742-4353-AF30-5D1D60D531CB}"/>
    <dgm:cxn modelId="{24C34586-9A6B-426F-A03B-93D42244D35E}" srcId="{26D16008-8604-46C1-8AE6-B5BC50DA2FAD}" destId="{0DDCDC07-9483-4652-AAAB-2D9A9519C752}" srcOrd="4" destOrd="0" parTransId="{350C2935-2C54-455B-9E8A-62FFE29367FA}" sibTransId="{E843C5F2-33F9-4189-A089-C4D7ADDDA5FB}"/>
    <dgm:cxn modelId="{D9F57E86-CC3C-4B57-8A7E-83C1FFF175B0}" type="presOf" srcId="{CF54724A-136E-4321-9789-5C99620506F8}" destId="{2599CA2B-34D3-45C5-8078-7BAD968AB55F}" srcOrd="0" destOrd="0" presId="urn:microsoft.com/office/officeart/2024/3/layout/hArchList1"/>
    <dgm:cxn modelId="{D9973F9B-A241-425C-B8F8-10F8D0EA9E03}" type="presOf" srcId="{0DDCDC07-9483-4652-AAAB-2D9A9519C752}" destId="{E794ABFE-0D97-48AD-83ED-A1F678D4AD12}" srcOrd="0" destOrd="0" presId="urn:microsoft.com/office/officeart/2024/3/layout/hArchList1"/>
    <dgm:cxn modelId="{B42CBDA1-F6E8-44C4-9686-8E214AEB1858}" type="presOf" srcId="{2B3C082E-EAB1-49A9-96E6-4A92FFBCC586}" destId="{7655245D-E950-4109-9229-7A053D7AB43D}" srcOrd="0" destOrd="0" presId="urn:microsoft.com/office/officeart/2024/3/layout/hArchList1"/>
    <dgm:cxn modelId="{B7275BA6-733F-4E02-982B-3EEE64DA21E8}" type="presOf" srcId="{26D16008-8604-46C1-8AE6-B5BC50DA2FAD}" destId="{DD73A049-EA42-48C1-A0E2-826AF8104588}" srcOrd="0" destOrd="0" presId="urn:microsoft.com/office/officeart/2024/3/layout/hArchList1"/>
    <dgm:cxn modelId="{5554B9C9-A66D-4DCB-B637-8E88AC479D91}" srcId="{26D16008-8604-46C1-8AE6-B5BC50DA2FAD}" destId="{3A8FF0D0-3A2A-44B7-996B-9F1763128AA3}" srcOrd="1" destOrd="0" parTransId="{09C63104-57AF-4E99-9A17-524268B82B48}" sibTransId="{1A8CA347-941E-496A-A0E0-6DA3C309EE4C}"/>
    <dgm:cxn modelId="{A7EACDFB-79E1-4135-BB1F-0FC9B2F0FE02}" srcId="{26D16008-8604-46C1-8AE6-B5BC50DA2FAD}" destId="{4ECCFF9E-38D1-423E-A86F-4C21E8948ED5}" srcOrd="0" destOrd="0" parTransId="{48816C0D-3AD5-402D-8591-2E7E1DD45705}" sibTransId="{CF54724A-136E-4321-9789-5C99620506F8}"/>
    <dgm:cxn modelId="{49EDED6B-49E2-4D8B-A2AA-E9A0368D9233}" type="presParOf" srcId="{DD73A049-EA42-48C1-A0E2-826AF8104588}" destId="{FA4C4F9F-DC09-4DF2-ADEA-211D35B77456}" srcOrd="0" destOrd="0" presId="urn:microsoft.com/office/officeart/2024/3/layout/hArchList1"/>
    <dgm:cxn modelId="{FF1884CF-433C-48FC-8274-9AF911055AD2}" type="presParOf" srcId="{FA4C4F9F-DC09-4DF2-ADEA-211D35B77456}" destId="{8E29F691-3300-4F26-B468-070A431D98F0}" srcOrd="0" destOrd="0" presId="urn:microsoft.com/office/officeart/2024/3/layout/hArchList1"/>
    <dgm:cxn modelId="{7F210F03-C658-453F-9EAC-B680FEB2CDC4}" type="presParOf" srcId="{FA4C4F9F-DC09-4DF2-ADEA-211D35B77456}" destId="{39BEC36C-7A22-41FA-9739-201DC0FE9312}" srcOrd="1" destOrd="0" presId="urn:microsoft.com/office/officeart/2024/3/layout/hArchList1"/>
    <dgm:cxn modelId="{D62B9A27-0A56-41F4-9870-17EDEE3F8B03}" type="presParOf" srcId="{DD73A049-EA42-48C1-A0E2-826AF8104588}" destId="{2599CA2B-34D3-45C5-8078-7BAD968AB55F}" srcOrd="1" destOrd="0" presId="urn:microsoft.com/office/officeart/2024/3/layout/hArchList1"/>
    <dgm:cxn modelId="{301E7890-FCAD-4448-B8F9-95094D6517AB}" type="presParOf" srcId="{DD73A049-EA42-48C1-A0E2-826AF8104588}" destId="{FE73F7A1-7587-4E03-8025-1FE1E3F624AE}" srcOrd="2" destOrd="0" presId="urn:microsoft.com/office/officeart/2024/3/layout/hArchList1"/>
    <dgm:cxn modelId="{55F84438-D790-41E3-A646-6056D01C581C}" type="presParOf" srcId="{FE73F7A1-7587-4E03-8025-1FE1E3F624AE}" destId="{0DFE9D40-2C3F-4862-8FBC-3A39D898FCA8}" srcOrd="0" destOrd="0" presId="urn:microsoft.com/office/officeart/2024/3/layout/hArchList1"/>
    <dgm:cxn modelId="{E13EDC4D-6A90-42FE-A0A0-8D6C41EAB9D3}" type="presParOf" srcId="{FE73F7A1-7587-4E03-8025-1FE1E3F624AE}" destId="{3B1E442F-EC69-48EE-8A00-E15AF1E54587}" srcOrd="1" destOrd="0" presId="urn:microsoft.com/office/officeart/2024/3/layout/hArchList1"/>
    <dgm:cxn modelId="{A7B80B44-C5E3-4816-8AF2-B9AB84D490D4}" type="presParOf" srcId="{DD73A049-EA42-48C1-A0E2-826AF8104588}" destId="{C36642F0-1850-42DC-9EF4-D41B06560CB9}" srcOrd="3" destOrd="0" presId="urn:microsoft.com/office/officeart/2024/3/layout/hArchList1"/>
    <dgm:cxn modelId="{5F640D81-1656-4065-82DE-A27A7E6A01A3}" type="presParOf" srcId="{DD73A049-EA42-48C1-A0E2-826AF8104588}" destId="{8B03FE3E-3BA1-4AFC-ABCE-6E7CDBF1F237}" srcOrd="4" destOrd="0" presId="urn:microsoft.com/office/officeart/2024/3/layout/hArchList1"/>
    <dgm:cxn modelId="{9BE7423B-71A8-4F15-8887-85799F989E25}" type="presParOf" srcId="{8B03FE3E-3BA1-4AFC-ABCE-6E7CDBF1F237}" destId="{7655245D-E950-4109-9229-7A053D7AB43D}" srcOrd="0" destOrd="0" presId="urn:microsoft.com/office/officeart/2024/3/layout/hArchList1"/>
    <dgm:cxn modelId="{735A5B48-582F-4219-90AC-F8039CB30B82}" type="presParOf" srcId="{8B03FE3E-3BA1-4AFC-ABCE-6E7CDBF1F237}" destId="{598CDC6B-9CAB-4C8F-906A-E44891F28B67}" srcOrd="1" destOrd="0" presId="urn:microsoft.com/office/officeart/2024/3/layout/hArchList1"/>
    <dgm:cxn modelId="{B32D48D0-9D92-4B0A-9F56-9FF5AA953F20}" type="presParOf" srcId="{DD73A049-EA42-48C1-A0E2-826AF8104588}" destId="{0AE858F5-FFE7-445B-8C20-A0B285D07FC0}" srcOrd="5" destOrd="0" presId="urn:microsoft.com/office/officeart/2024/3/layout/hArchList1"/>
    <dgm:cxn modelId="{19158882-299A-4556-9DBD-E7168220F06D}" type="presParOf" srcId="{DD73A049-EA42-48C1-A0E2-826AF8104588}" destId="{01091B60-D6AF-4ACD-B164-782018CB98B9}" srcOrd="6" destOrd="0" presId="urn:microsoft.com/office/officeart/2024/3/layout/hArchList1"/>
    <dgm:cxn modelId="{97D5A643-D42B-4DEB-A575-C529A84650DD}" type="presParOf" srcId="{01091B60-D6AF-4ACD-B164-782018CB98B9}" destId="{4FD4CE00-24E9-4666-BDC8-E38C628026D5}" srcOrd="0" destOrd="0" presId="urn:microsoft.com/office/officeart/2024/3/layout/hArchList1"/>
    <dgm:cxn modelId="{BE190D37-8929-4F30-9DDB-0502BE24795B}" type="presParOf" srcId="{01091B60-D6AF-4ACD-B164-782018CB98B9}" destId="{B28A8B6F-13E9-4812-9127-3FE99F67E968}" srcOrd="1" destOrd="0" presId="urn:microsoft.com/office/officeart/2024/3/layout/hArchList1"/>
    <dgm:cxn modelId="{352CB39F-F4B0-4EF8-97C0-1A2BA8DDD22A}" type="presParOf" srcId="{DD73A049-EA42-48C1-A0E2-826AF8104588}" destId="{4750F881-9E70-4A44-98AD-A27A32CEAA1E}" srcOrd="7" destOrd="0" presId="urn:microsoft.com/office/officeart/2024/3/layout/hArchList1"/>
    <dgm:cxn modelId="{35BC0BDA-E2A6-4E8A-AD29-A654C30B4A86}" type="presParOf" srcId="{DD73A049-EA42-48C1-A0E2-826AF8104588}" destId="{77941DC4-79F4-48D3-88C7-3DA12E21019B}" srcOrd="8" destOrd="0" presId="urn:microsoft.com/office/officeart/2024/3/layout/hArchList1"/>
    <dgm:cxn modelId="{F90B2C1B-85CC-44A7-8F8F-B2637EB50F9F}" type="presParOf" srcId="{77941DC4-79F4-48D3-88C7-3DA12E21019B}" destId="{E794ABFE-0D97-48AD-83ED-A1F678D4AD12}" srcOrd="0" destOrd="0" presId="urn:microsoft.com/office/officeart/2024/3/layout/hArchList1"/>
    <dgm:cxn modelId="{8827E1C6-D059-43FA-8FBA-F6499502578A}" type="presParOf" srcId="{77941DC4-79F4-48D3-88C7-3DA12E21019B}" destId="{4926CEF1-C681-45A9-A9C3-57AB8143743F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B0CDEB-7E46-4FCD-AF77-5504B686F089}" type="doc">
      <dgm:prSet loTypeId="urn:microsoft.com/office/officeart/2024/3/layout/BlockTimeline" loCatId="Timeline" qsTypeId="urn:microsoft.com/office/officeart/2005/8/quickstyle/simple1" qsCatId="simple" csTypeId="urn:microsoft.com/office/officeart/2005/8/colors/BlockTimelineDefaultColorVariant" csCatId="other" phldr="1"/>
      <dgm:spPr/>
      <dgm:t>
        <a:bodyPr/>
        <a:lstStyle/>
        <a:p>
          <a:endParaRPr lang="fr-FR"/>
        </a:p>
      </dgm:t>
    </dgm:pt>
    <dgm:pt modelId="{7248E1CA-D3C4-4089-89ED-AA0ED1264A39}">
      <dgm:prSet custT="1"/>
      <dgm:spPr/>
      <dgm:t>
        <a:bodyPr/>
        <a:lstStyle/>
        <a:p>
          <a:pPr>
            <a:defRPr b="1"/>
          </a:pPr>
          <a:r>
            <a:rPr lang="fr-FR" sz="1800" dirty="0">
              <a:latin typeface="Arial Nova" panose="020B0504020202020204" pitchFamily="34" charset="0"/>
            </a:rPr>
            <a:t>Données</a:t>
          </a:r>
        </a:p>
      </dgm:t>
    </dgm:pt>
    <dgm:pt modelId="{483C5421-BB66-4790-BED5-A4C48E2F8A3F}" type="parTrans" cxnId="{4D22FF21-CF44-42C5-B2D7-C7DFAA031747}">
      <dgm:prSet/>
      <dgm:spPr/>
      <dgm:t>
        <a:bodyPr/>
        <a:lstStyle/>
        <a:p>
          <a:endParaRPr lang="fr-FR"/>
        </a:p>
      </dgm:t>
    </dgm:pt>
    <dgm:pt modelId="{B825C0DC-DEF8-4DD5-80CF-9DC728B77E8E}" type="sibTrans" cxnId="{4D22FF21-CF44-42C5-B2D7-C7DFAA031747}">
      <dgm:prSet/>
      <dgm:spPr/>
      <dgm:t>
        <a:bodyPr/>
        <a:lstStyle/>
        <a:p>
          <a:endParaRPr lang="fr-FR"/>
        </a:p>
      </dgm:t>
    </dgm:pt>
    <dgm:pt modelId="{9528C3F9-FA14-44C6-A00C-309D38DEB772}">
      <dgm:prSet custT="1"/>
      <dgm:spPr/>
      <dgm:t>
        <a:bodyPr/>
        <a:lstStyle/>
        <a:p>
          <a:pPr>
            <a:defRPr b="1"/>
          </a:pPr>
          <a:r>
            <a:rPr lang="fr-FR" sz="1400" dirty="0">
              <a:latin typeface="Arial Nova" panose="020B0504020202020204" pitchFamily="34" charset="0"/>
            </a:rPr>
            <a:t>PRE TRAITEMENT</a:t>
          </a:r>
        </a:p>
      </dgm:t>
    </dgm:pt>
    <dgm:pt modelId="{7DFCACD0-A105-4AAF-A10A-E5DE897B9C18}" type="parTrans" cxnId="{93C8D6D6-F242-46C4-A33D-BD5C6DC76BA4}">
      <dgm:prSet/>
      <dgm:spPr/>
      <dgm:t>
        <a:bodyPr/>
        <a:lstStyle/>
        <a:p>
          <a:endParaRPr lang="fr-FR"/>
        </a:p>
      </dgm:t>
    </dgm:pt>
    <dgm:pt modelId="{0FEF520B-04AF-4B21-A4BB-BCB4317CFA02}" type="sibTrans" cxnId="{93C8D6D6-F242-46C4-A33D-BD5C6DC76BA4}">
      <dgm:prSet/>
      <dgm:spPr/>
      <dgm:t>
        <a:bodyPr/>
        <a:lstStyle/>
        <a:p>
          <a:endParaRPr lang="fr-FR"/>
        </a:p>
      </dgm:t>
    </dgm:pt>
    <dgm:pt modelId="{0CA9E4D9-F204-4BE7-9902-17B2B62A48B9}">
      <dgm:prSet custT="1"/>
      <dgm:spPr/>
      <dgm:t>
        <a:bodyPr/>
        <a:lstStyle/>
        <a:p>
          <a:pPr>
            <a:defRPr b="1"/>
          </a:pPr>
          <a:r>
            <a:rPr lang="fr-FR" sz="1200" dirty="0">
              <a:latin typeface="Arial Nova" panose="020B0504020202020204" pitchFamily="34" charset="0"/>
            </a:rPr>
            <a:t>ENTRAINEMENT</a:t>
          </a:r>
        </a:p>
      </dgm:t>
    </dgm:pt>
    <dgm:pt modelId="{D172A77D-835F-41FA-B80E-83EE35EF2ABF}" type="parTrans" cxnId="{40EB6187-5D14-4B2D-A0B7-81AC578E1B66}">
      <dgm:prSet/>
      <dgm:spPr/>
      <dgm:t>
        <a:bodyPr/>
        <a:lstStyle/>
        <a:p>
          <a:endParaRPr lang="fr-FR"/>
        </a:p>
      </dgm:t>
    </dgm:pt>
    <dgm:pt modelId="{9B8E7034-E060-4573-BC45-0199C15D121B}" type="sibTrans" cxnId="{40EB6187-5D14-4B2D-A0B7-81AC578E1B66}">
      <dgm:prSet/>
      <dgm:spPr/>
      <dgm:t>
        <a:bodyPr/>
        <a:lstStyle/>
        <a:p>
          <a:endParaRPr lang="fr-FR"/>
        </a:p>
      </dgm:t>
    </dgm:pt>
    <dgm:pt modelId="{32224379-9B81-4D63-90FA-A27618DFF590}">
      <dgm:prSet custT="1"/>
      <dgm:spPr/>
      <dgm:t>
        <a:bodyPr/>
        <a:lstStyle/>
        <a:p>
          <a:pPr>
            <a:defRPr b="1"/>
          </a:pPr>
          <a:r>
            <a:rPr lang="fr-FR" sz="1400" dirty="0">
              <a:latin typeface="Arial Nova" panose="020B0504020202020204" pitchFamily="34" charset="0"/>
            </a:rPr>
            <a:t>PREDICTION</a:t>
          </a:r>
        </a:p>
      </dgm:t>
    </dgm:pt>
    <dgm:pt modelId="{1A0E0D17-0F21-4E84-84B1-AF8204EC3DF0}" type="parTrans" cxnId="{50C30A66-7CB6-4198-B4B6-72C4BFDD4443}">
      <dgm:prSet/>
      <dgm:spPr/>
      <dgm:t>
        <a:bodyPr/>
        <a:lstStyle/>
        <a:p>
          <a:endParaRPr lang="fr-FR"/>
        </a:p>
      </dgm:t>
    </dgm:pt>
    <dgm:pt modelId="{DEEA790D-1E55-419A-9822-2C1E99BFC620}" type="sibTrans" cxnId="{50C30A66-7CB6-4198-B4B6-72C4BFDD4443}">
      <dgm:prSet/>
      <dgm:spPr/>
      <dgm:t>
        <a:bodyPr/>
        <a:lstStyle/>
        <a:p>
          <a:endParaRPr lang="fr-FR"/>
        </a:p>
      </dgm:t>
    </dgm:pt>
    <dgm:pt modelId="{9A62EC2E-123D-4EFB-8AAF-9EF160C624EE}">
      <dgm:prSet/>
      <dgm:spPr/>
      <dgm:t>
        <a:bodyPr/>
        <a:lstStyle/>
        <a:p>
          <a:pPr>
            <a:defRPr b="1"/>
          </a:pPr>
          <a:r>
            <a:rPr lang="fr-FR" dirty="0">
              <a:latin typeface="Arial Nova" panose="020B0504020202020204" pitchFamily="34" charset="0"/>
            </a:rPr>
            <a:t>EVALUATION</a:t>
          </a:r>
        </a:p>
      </dgm:t>
    </dgm:pt>
    <dgm:pt modelId="{95C39227-907A-40BF-A9E8-560F2777EF21}" type="parTrans" cxnId="{BDD2B016-A579-4AD4-8B55-2F7747ABFA3C}">
      <dgm:prSet/>
      <dgm:spPr/>
      <dgm:t>
        <a:bodyPr/>
        <a:lstStyle/>
        <a:p>
          <a:endParaRPr lang="fr-FR"/>
        </a:p>
      </dgm:t>
    </dgm:pt>
    <dgm:pt modelId="{6E160741-60B2-4DA3-8031-C96AC848F203}" type="sibTrans" cxnId="{BDD2B016-A579-4AD4-8B55-2F7747ABFA3C}">
      <dgm:prSet/>
      <dgm:spPr/>
      <dgm:t>
        <a:bodyPr/>
        <a:lstStyle/>
        <a:p>
          <a:endParaRPr lang="fr-FR"/>
        </a:p>
      </dgm:t>
    </dgm:pt>
    <dgm:pt modelId="{384C1D6C-1829-46CD-A516-CD58111D1496}" type="pres">
      <dgm:prSet presAssocID="{2AB0CDEB-7E46-4FCD-AF77-5504B686F089}" presName="Name0" presStyleCnt="0">
        <dgm:presLayoutVars>
          <dgm:chMax/>
          <dgm:chPref/>
          <dgm:animLvl val="lvl"/>
        </dgm:presLayoutVars>
      </dgm:prSet>
      <dgm:spPr/>
    </dgm:pt>
    <dgm:pt modelId="{44DCCA92-F669-4BBE-9445-8F64AFC6E81E}" type="pres">
      <dgm:prSet presAssocID="{7248E1CA-D3C4-4089-89ED-AA0ED1264A39}" presName="composite" presStyleCnt="0"/>
      <dgm:spPr/>
    </dgm:pt>
    <dgm:pt modelId="{05B4CA6F-8781-4B59-9D96-0D5B64E4B035}" type="pres">
      <dgm:prSet presAssocID="{7248E1CA-D3C4-4089-89ED-AA0ED1264A39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5D5B603C-6B80-4770-BA00-60FDAF3177C0}" type="pres">
      <dgm:prSet presAssocID="{7248E1CA-D3C4-4089-89ED-AA0ED1264A39}" presName="Childtext1" presStyleLbl="revTx" presStyleIdx="0" presStyleCnt="5">
        <dgm:presLayoutVars>
          <dgm:chMax val="0"/>
          <dgm:chPref val="0"/>
          <dgm:bulletEnabled/>
        </dgm:presLayoutVars>
      </dgm:prSet>
      <dgm:spPr/>
    </dgm:pt>
    <dgm:pt modelId="{3604C6C8-96C5-4DE0-A290-982D6A6C4424}" type="pres">
      <dgm:prSet presAssocID="{7248E1CA-D3C4-4089-89ED-AA0ED1264A39}" presName="ConnectLine" presStyleLbl="sibTrans1D1" presStyleIdx="0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3733043-D9A2-48A3-9B4B-56FD4B55D3D9}" type="pres">
      <dgm:prSet presAssocID="{7248E1CA-D3C4-4089-89ED-AA0ED1264A39}" presName="EmptyPane" presStyleCnt="0"/>
      <dgm:spPr/>
    </dgm:pt>
    <dgm:pt modelId="{A2652818-C3D3-4B83-BF6E-8414ED124F13}" type="pres">
      <dgm:prSet presAssocID="{B825C0DC-DEF8-4DD5-80CF-9DC728B77E8E}" presName="spaceBetweenRectangles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AA2729B-2817-4249-972D-8448C39DE26F}" type="pres">
      <dgm:prSet presAssocID="{9528C3F9-FA14-44C6-A00C-309D38DEB772}" presName="composite" presStyleCnt="0"/>
      <dgm:spPr/>
    </dgm:pt>
    <dgm:pt modelId="{EB09DD58-3AD3-49A6-BDBF-CDA9D7C98FCC}" type="pres">
      <dgm:prSet presAssocID="{9528C3F9-FA14-44C6-A00C-309D38DEB772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FF597A2F-8D56-41CB-9AD0-6F5A3DF506EB}" type="pres">
      <dgm:prSet presAssocID="{9528C3F9-FA14-44C6-A00C-309D38DEB772}" presName="Childtext1" presStyleLbl="revTx" presStyleIdx="1" presStyleCnt="5">
        <dgm:presLayoutVars>
          <dgm:chMax val="0"/>
          <dgm:chPref val="0"/>
          <dgm:bulletEnabled/>
        </dgm:presLayoutVars>
      </dgm:prSet>
      <dgm:spPr/>
    </dgm:pt>
    <dgm:pt modelId="{174E054F-2E51-40DB-B2AF-2EB1445C5AA9}" type="pres">
      <dgm:prSet presAssocID="{9528C3F9-FA14-44C6-A00C-309D38DEB772}" presName="ConnectLine" presStyleLbl="sibTrans1D1" presStyleIdx="1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55A1CDF-FE3D-4C2B-98BD-DA09B1FFA725}" type="pres">
      <dgm:prSet presAssocID="{9528C3F9-FA14-44C6-A00C-309D38DEB772}" presName="EmptyPane" presStyleCnt="0"/>
      <dgm:spPr/>
    </dgm:pt>
    <dgm:pt modelId="{C24F57FF-DE03-48F4-BDD1-76BCF5ACD6DC}" type="pres">
      <dgm:prSet presAssocID="{0FEF520B-04AF-4B21-A4BB-BCB4317CFA02}" presName="spaceBetweenRectangles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AD2CDCB-2AA8-46D5-993A-7FCA78CE53D9}" type="pres">
      <dgm:prSet presAssocID="{0CA9E4D9-F204-4BE7-9902-17B2B62A48B9}" presName="composite" presStyleCnt="0"/>
      <dgm:spPr/>
    </dgm:pt>
    <dgm:pt modelId="{7E9D7930-90C1-4C7E-B498-D61B869B70EC}" type="pres">
      <dgm:prSet presAssocID="{0CA9E4D9-F204-4BE7-9902-17B2B62A48B9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BBD96DDB-B18D-46C7-9E9E-99EF289D23D0}" type="pres">
      <dgm:prSet presAssocID="{0CA9E4D9-F204-4BE7-9902-17B2B62A48B9}" presName="Childtext1" presStyleLbl="revTx" presStyleIdx="2" presStyleCnt="5">
        <dgm:presLayoutVars>
          <dgm:chMax val="0"/>
          <dgm:chPref val="0"/>
          <dgm:bulletEnabled/>
        </dgm:presLayoutVars>
      </dgm:prSet>
      <dgm:spPr/>
    </dgm:pt>
    <dgm:pt modelId="{6FA78DA7-7963-4FF1-860C-1CBD678F1F73}" type="pres">
      <dgm:prSet presAssocID="{0CA9E4D9-F204-4BE7-9902-17B2B62A48B9}" presName="ConnectLine" presStyleLbl="sibTrans1D1" presStyleIdx="2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D52EF00-3CCD-42AC-9642-0A5B098B10CA}" type="pres">
      <dgm:prSet presAssocID="{0CA9E4D9-F204-4BE7-9902-17B2B62A48B9}" presName="EmptyPane" presStyleCnt="0"/>
      <dgm:spPr/>
    </dgm:pt>
    <dgm:pt modelId="{1860E4E9-C4D4-4356-8710-539B18823845}" type="pres">
      <dgm:prSet presAssocID="{9B8E7034-E060-4573-BC45-0199C15D121B}" presName="spaceBetweenRectangles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48BE873-675B-4BF3-B9FF-861DCE9B6ED0}" type="pres">
      <dgm:prSet presAssocID="{32224379-9B81-4D63-90FA-A27618DFF590}" presName="composite" presStyleCnt="0"/>
      <dgm:spPr/>
    </dgm:pt>
    <dgm:pt modelId="{84A45056-D924-4B65-A451-04C30F67AE10}" type="pres">
      <dgm:prSet presAssocID="{32224379-9B81-4D63-90FA-A27618DFF590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1268DC99-B065-4F02-B12E-4D0B188E9E4B}" type="pres">
      <dgm:prSet presAssocID="{32224379-9B81-4D63-90FA-A27618DFF590}" presName="Childtext1" presStyleLbl="revTx" presStyleIdx="3" presStyleCnt="5">
        <dgm:presLayoutVars>
          <dgm:chMax val="0"/>
          <dgm:chPref val="0"/>
          <dgm:bulletEnabled/>
        </dgm:presLayoutVars>
      </dgm:prSet>
      <dgm:spPr/>
    </dgm:pt>
    <dgm:pt modelId="{E259773B-E137-4685-929B-E1590F0A56DD}" type="pres">
      <dgm:prSet presAssocID="{32224379-9B81-4D63-90FA-A27618DFF590}" presName="ConnectLine" presStyleLbl="sibTrans1D1" presStyleIdx="3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C477485-7FFF-4DE2-9FA1-F74F78810B3A}" type="pres">
      <dgm:prSet presAssocID="{32224379-9B81-4D63-90FA-A27618DFF590}" presName="EmptyPane" presStyleCnt="0"/>
      <dgm:spPr/>
    </dgm:pt>
    <dgm:pt modelId="{673218E2-A1A7-437E-9D70-3BF936C8386D}" type="pres">
      <dgm:prSet presAssocID="{DEEA790D-1E55-419A-9822-2C1E99BFC620}" presName="spaceBetweenRectangles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7BF4C79-9E89-4D5E-979B-785D9B169CFC}" type="pres">
      <dgm:prSet presAssocID="{9A62EC2E-123D-4EFB-8AAF-9EF160C624EE}" presName="composite" presStyleCnt="0"/>
      <dgm:spPr/>
    </dgm:pt>
    <dgm:pt modelId="{8B92B7CB-A3C2-40F8-AF3E-C6D26C1183A4}" type="pres">
      <dgm:prSet presAssocID="{9A62EC2E-123D-4EFB-8AAF-9EF160C624EE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3F2A013C-F87A-4932-8081-24F3677D5A86}" type="pres">
      <dgm:prSet presAssocID="{9A62EC2E-123D-4EFB-8AAF-9EF160C624EE}" presName="Childtext1" presStyleLbl="revTx" presStyleIdx="4" presStyleCnt="5">
        <dgm:presLayoutVars>
          <dgm:chMax val="0"/>
          <dgm:chPref val="0"/>
          <dgm:bulletEnabled/>
        </dgm:presLayoutVars>
      </dgm:prSet>
      <dgm:spPr/>
    </dgm:pt>
    <dgm:pt modelId="{303C8251-D4EA-4EED-9192-5FA2616838E8}" type="pres">
      <dgm:prSet presAssocID="{9A62EC2E-123D-4EFB-8AAF-9EF160C624EE}" presName="ConnectLine" presStyleLbl="sibTrans1D1" presStyleIdx="4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6C98A4A-5610-441D-BA1A-5868F281E2F3}" type="pres">
      <dgm:prSet presAssocID="{9A62EC2E-123D-4EFB-8AAF-9EF160C624EE}" presName="EmptyPane" presStyleCnt="0"/>
      <dgm:spPr/>
    </dgm:pt>
  </dgm:ptLst>
  <dgm:cxnLst>
    <dgm:cxn modelId="{BDD2B016-A579-4AD4-8B55-2F7747ABFA3C}" srcId="{2AB0CDEB-7E46-4FCD-AF77-5504B686F089}" destId="{9A62EC2E-123D-4EFB-8AAF-9EF160C624EE}" srcOrd="4" destOrd="0" parTransId="{95C39227-907A-40BF-A9E8-560F2777EF21}" sibTransId="{6E160741-60B2-4DA3-8031-C96AC848F203}"/>
    <dgm:cxn modelId="{F259BA17-9ADC-4F65-9331-8BAE7D6EA181}" type="presOf" srcId="{9528C3F9-FA14-44C6-A00C-309D38DEB772}" destId="{EB09DD58-3AD3-49A6-BDBF-CDA9D7C98FCC}" srcOrd="0" destOrd="0" presId="urn:microsoft.com/office/officeart/2024/3/layout/BlockTimeline"/>
    <dgm:cxn modelId="{0B6DEB19-3496-468B-88FF-BEA6A348B1AC}" type="presOf" srcId="{9A62EC2E-123D-4EFB-8AAF-9EF160C624EE}" destId="{8B92B7CB-A3C2-40F8-AF3E-C6D26C1183A4}" srcOrd="0" destOrd="0" presId="urn:microsoft.com/office/officeart/2024/3/layout/BlockTimeline"/>
    <dgm:cxn modelId="{4D22FF21-CF44-42C5-B2D7-C7DFAA031747}" srcId="{2AB0CDEB-7E46-4FCD-AF77-5504B686F089}" destId="{7248E1CA-D3C4-4089-89ED-AA0ED1264A39}" srcOrd="0" destOrd="0" parTransId="{483C5421-BB66-4790-BED5-A4C48E2F8A3F}" sibTransId="{B825C0DC-DEF8-4DD5-80CF-9DC728B77E8E}"/>
    <dgm:cxn modelId="{0A9C9023-FCD5-499B-A096-5E3A5CEAFE4D}" type="presOf" srcId="{2AB0CDEB-7E46-4FCD-AF77-5504B686F089}" destId="{384C1D6C-1829-46CD-A516-CD58111D1496}" srcOrd="0" destOrd="0" presId="urn:microsoft.com/office/officeart/2024/3/layout/BlockTimeline"/>
    <dgm:cxn modelId="{D5BAE22A-3D38-4B49-A46A-2C93CB68BF80}" type="presOf" srcId="{32224379-9B81-4D63-90FA-A27618DFF590}" destId="{84A45056-D924-4B65-A451-04C30F67AE10}" srcOrd="0" destOrd="0" presId="urn:microsoft.com/office/officeart/2024/3/layout/BlockTimeline"/>
    <dgm:cxn modelId="{87255D5C-F26B-428A-98E7-C881B0E8B141}" type="presOf" srcId="{0CA9E4D9-F204-4BE7-9902-17B2B62A48B9}" destId="{7E9D7930-90C1-4C7E-B498-D61B869B70EC}" srcOrd="0" destOrd="0" presId="urn:microsoft.com/office/officeart/2024/3/layout/BlockTimeline"/>
    <dgm:cxn modelId="{50C30A66-7CB6-4198-B4B6-72C4BFDD4443}" srcId="{2AB0CDEB-7E46-4FCD-AF77-5504B686F089}" destId="{32224379-9B81-4D63-90FA-A27618DFF590}" srcOrd="3" destOrd="0" parTransId="{1A0E0D17-0F21-4E84-84B1-AF8204EC3DF0}" sibTransId="{DEEA790D-1E55-419A-9822-2C1E99BFC620}"/>
    <dgm:cxn modelId="{DCBE2F4E-DED3-4FA4-91D3-F9951A3FCD7F}" type="presOf" srcId="{7248E1CA-D3C4-4089-89ED-AA0ED1264A39}" destId="{05B4CA6F-8781-4B59-9D96-0D5B64E4B035}" srcOrd="0" destOrd="0" presId="urn:microsoft.com/office/officeart/2024/3/layout/BlockTimeline"/>
    <dgm:cxn modelId="{40EB6187-5D14-4B2D-A0B7-81AC578E1B66}" srcId="{2AB0CDEB-7E46-4FCD-AF77-5504B686F089}" destId="{0CA9E4D9-F204-4BE7-9902-17B2B62A48B9}" srcOrd="2" destOrd="0" parTransId="{D172A77D-835F-41FA-B80E-83EE35EF2ABF}" sibTransId="{9B8E7034-E060-4573-BC45-0199C15D121B}"/>
    <dgm:cxn modelId="{93C8D6D6-F242-46C4-A33D-BD5C6DC76BA4}" srcId="{2AB0CDEB-7E46-4FCD-AF77-5504B686F089}" destId="{9528C3F9-FA14-44C6-A00C-309D38DEB772}" srcOrd="1" destOrd="0" parTransId="{7DFCACD0-A105-4AAF-A10A-E5DE897B9C18}" sibTransId="{0FEF520B-04AF-4B21-A4BB-BCB4317CFA02}"/>
    <dgm:cxn modelId="{D122815F-87CF-4B9D-AB49-A9078AAC49A0}" type="presParOf" srcId="{384C1D6C-1829-46CD-A516-CD58111D1496}" destId="{44DCCA92-F669-4BBE-9445-8F64AFC6E81E}" srcOrd="0" destOrd="0" presId="urn:microsoft.com/office/officeart/2024/3/layout/BlockTimeline"/>
    <dgm:cxn modelId="{F033FE49-78EE-4424-90CC-466608A23044}" type="presParOf" srcId="{44DCCA92-F669-4BBE-9445-8F64AFC6E81E}" destId="{05B4CA6F-8781-4B59-9D96-0D5B64E4B035}" srcOrd="0" destOrd="0" presId="urn:microsoft.com/office/officeart/2024/3/layout/BlockTimeline"/>
    <dgm:cxn modelId="{8FF9FDE9-1847-4826-8236-8E9717B09189}" type="presParOf" srcId="{44DCCA92-F669-4BBE-9445-8F64AFC6E81E}" destId="{5D5B603C-6B80-4770-BA00-60FDAF3177C0}" srcOrd="1" destOrd="0" presId="urn:microsoft.com/office/officeart/2024/3/layout/BlockTimeline"/>
    <dgm:cxn modelId="{7E874EC8-2098-43D3-BFCC-0A11FE97576E}" type="presParOf" srcId="{44DCCA92-F669-4BBE-9445-8F64AFC6E81E}" destId="{3604C6C8-96C5-4DE0-A290-982D6A6C4424}" srcOrd="2" destOrd="0" presId="urn:microsoft.com/office/officeart/2024/3/layout/BlockTimeline"/>
    <dgm:cxn modelId="{AF1699FB-0BB7-4A6B-B2E1-9508263B0BC7}" type="presParOf" srcId="{44DCCA92-F669-4BBE-9445-8F64AFC6E81E}" destId="{03733043-D9A2-48A3-9B4B-56FD4B55D3D9}" srcOrd="3" destOrd="0" presId="urn:microsoft.com/office/officeart/2024/3/layout/BlockTimeline"/>
    <dgm:cxn modelId="{9625AF68-437D-41EB-862E-17CB598138B7}" type="presParOf" srcId="{384C1D6C-1829-46CD-A516-CD58111D1496}" destId="{A2652818-C3D3-4B83-BF6E-8414ED124F13}" srcOrd="1" destOrd="0" presId="urn:microsoft.com/office/officeart/2024/3/layout/BlockTimeline"/>
    <dgm:cxn modelId="{D1398D70-3C41-41B4-90A3-79C813E8E1A0}" type="presParOf" srcId="{384C1D6C-1829-46CD-A516-CD58111D1496}" destId="{BAA2729B-2817-4249-972D-8448C39DE26F}" srcOrd="2" destOrd="0" presId="urn:microsoft.com/office/officeart/2024/3/layout/BlockTimeline"/>
    <dgm:cxn modelId="{DFE27C15-3DD8-4E8E-8348-8759DA079AF7}" type="presParOf" srcId="{BAA2729B-2817-4249-972D-8448C39DE26F}" destId="{EB09DD58-3AD3-49A6-BDBF-CDA9D7C98FCC}" srcOrd="0" destOrd="0" presId="urn:microsoft.com/office/officeart/2024/3/layout/BlockTimeline"/>
    <dgm:cxn modelId="{52C7EDDF-5A00-46C0-9AF3-A5D0B7953078}" type="presParOf" srcId="{BAA2729B-2817-4249-972D-8448C39DE26F}" destId="{FF597A2F-8D56-41CB-9AD0-6F5A3DF506EB}" srcOrd="1" destOrd="0" presId="urn:microsoft.com/office/officeart/2024/3/layout/BlockTimeline"/>
    <dgm:cxn modelId="{28107464-99F4-4CED-B135-9A90DBE5EA8B}" type="presParOf" srcId="{BAA2729B-2817-4249-972D-8448C39DE26F}" destId="{174E054F-2E51-40DB-B2AF-2EB1445C5AA9}" srcOrd="2" destOrd="0" presId="urn:microsoft.com/office/officeart/2024/3/layout/BlockTimeline"/>
    <dgm:cxn modelId="{FDDE310E-CB94-457F-B1A5-0785398B37BA}" type="presParOf" srcId="{BAA2729B-2817-4249-972D-8448C39DE26F}" destId="{155A1CDF-FE3D-4C2B-98BD-DA09B1FFA725}" srcOrd="3" destOrd="0" presId="urn:microsoft.com/office/officeart/2024/3/layout/BlockTimeline"/>
    <dgm:cxn modelId="{C6D0F1CF-7833-4160-A646-835B71754239}" type="presParOf" srcId="{384C1D6C-1829-46CD-A516-CD58111D1496}" destId="{C24F57FF-DE03-48F4-BDD1-76BCF5ACD6DC}" srcOrd="3" destOrd="0" presId="urn:microsoft.com/office/officeart/2024/3/layout/BlockTimeline"/>
    <dgm:cxn modelId="{EDE10ACF-8926-4DCA-8767-4E64A439820B}" type="presParOf" srcId="{384C1D6C-1829-46CD-A516-CD58111D1496}" destId="{FAD2CDCB-2AA8-46D5-993A-7FCA78CE53D9}" srcOrd="4" destOrd="0" presId="urn:microsoft.com/office/officeart/2024/3/layout/BlockTimeline"/>
    <dgm:cxn modelId="{CAA53482-AB2F-4AD1-96C5-E9FB9BEABC86}" type="presParOf" srcId="{FAD2CDCB-2AA8-46D5-993A-7FCA78CE53D9}" destId="{7E9D7930-90C1-4C7E-B498-D61B869B70EC}" srcOrd="0" destOrd="0" presId="urn:microsoft.com/office/officeart/2024/3/layout/BlockTimeline"/>
    <dgm:cxn modelId="{D12CCC1D-C403-40FE-B95D-97875121D81A}" type="presParOf" srcId="{FAD2CDCB-2AA8-46D5-993A-7FCA78CE53D9}" destId="{BBD96DDB-B18D-46C7-9E9E-99EF289D23D0}" srcOrd="1" destOrd="0" presId="urn:microsoft.com/office/officeart/2024/3/layout/BlockTimeline"/>
    <dgm:cxn modelId="{ECD3A35A-F30D-4F93-8918-56B5B02B94C1}" type="presParOf" srcId="{FAD2CDCB-2AA8-46D5-993A-7FCA78CE53D9}" destId="{6FA78DA7-7963-4FF1-860C-1CBD678F1F73}" srcOrd="2" destOrd="0" presId="urn:microsoft.com/office/officeart/2024/3/layout/BlockTimeline"/>
    <dgm:cxn modelId="{49AFDB28-D9A9-473B-8A85-5C3021945242}" type="presParOf" srcId="{FAD2CDCB-2AA8-46D5-993A-7FCA78CE53D9}" destId="{1D52EF00-3CCD-42AC-9642-0A5B098B10CA}" srcOrd="3" destOrd="0" presId="urn:microsoft.com/office/officeart/2024/3/layout/BlockTimeline"/>
    <dgm:cxn modelId="{1913CD52-B74B-4AFD-B2DB-CE5D7AD33053}" type="presParOf" srcId="{384C1D6C-1829-46CD-A516-CD58111D1496}" destId="{1860E4E9-C4D4-4356-8710-539B18823845}" srcOrd="5" destOrd="0" presId="urn:microsoft.com/office/officeart/2024/3/layout/BlockTimeline"/>
    <dgm:cxn modelId="{79DE3090-9E08-4839-B9CA-C6BADDC24754}" type="presParOf" srcId="{384C1D6C-1829-46CD-A516-CD58111D1496}" destId="{548BE873-675B-4BF3-B9FF-861DCE9B6ED0}" srcOrd="6" destOrd="0" presId="urn:microsoft.com/office/officeart/2024/3/layout/BlockTimeline"/>
    <dgm:cxn modelId="{6799C14F-4E82-43D0-AF2A-E3F954D1F767}" type="presParOf" srcId="{548BE873-675B-4BF3-B9FF-861DCE9B6ED0}" destId="{84A45056-D924-4B65-A451-04C30F67AE10}" srcOrd="0" destOrd="0" presId="urn:microsoft.com/office/officeart/2024/3/layout/BlockTimeline"/>
    <dgm:cxn modelId="{2FC14A2C-456F-4D06-A52E-1531E054B035}" type="presParOf" srcId="{548BE873-675B-4BF3-B9FF-861DCE9B6ED0}" destId="{1268DC99-B065-4F02-B12E-4D0B188E9E4B}" srcOrd="1" destOrd="0" presId="urn:microsoft.com/office/officeart/2024/3/layout/BlockTimeline"/>
    <dgm:cxn modelId="{4E145996-E915-4349-A861-AD7196B2664A}" type="presParOf" srcId="{548BE873-675B-4BF3-B9FF-861DCE9B6ED0}" destId="{E259773B-E137-4685-929B-E1590F0A56DD}" srcOrd="2" destOrd="0" presId="urn:microsoft.com/office/officeart/2024/3/layout/BlockTimeline"/>
    <dgm:cxn modelId="{A63EBC71-9E9D-4FF0-A129-01E80C6DAF73}" type="presParOf" srcId="{548BE873-675B-4BF3-B9FF-861DCE9B6ED0}" destId="{EC477485-7FFF-4DE2-9FA1-F74F78810B3A}" srcOrd="3" destOrd="0" presId="urn:microsoft.com/office/officeart/2024/3/layout/BlockTimeline"/>
    <dgm:cxn modelId="{A6939B17-4C5D-4D79-891A-3418535C8D6C}" type="presParOf" srcId="{384C1D6C-1829-46CD-A516-CD58111D1496}" destId="{673218E2-A1A7-437E-9D70-3BF936C8386D}" srcOrd="7" destOrd="0" presId="urn:microsoft.com/office/officeart/2024/3/layout/BlockTimeline"/>
    <dgm:cxn modelId="{A5C0F1C0-E568-4EE1-B552-730C8B59BD2A}" type="presParOf" srcId="{384C1D6C-1829-46CD-A516-CD58111D1496}" destId="{E7BF4C79-9E89-4D5E-979B-785D9B169CFC}" srcOrd="8" destOrd="0" presId="urn:microsoft.com/office/officeart/2024/3/layout/BlockTimeline"/>
    <dgm:cxn modelId="{B5DF64FA-FBE9-4580-8E58-8E939227CF12}" type="presParOf" srcId="{E7BF4C79-9E89-4D5E-979B-785D9B169CFC}" destId="{8B92B7CB-A3C2-40F8-AF3E-C6D26C1183A4}" srcOrd="0" destOrd="0" presId="urn:microsoft.com/office/officeart/2024/3/layout/BlockTimeline"/>
    <dgm:cxn modelId="{B6253F63-E52C-4F6D-A54E-61313E8C634F}" type="presParOf" srcId="{E7BF4C79-9E89-4D5E-979B-785D9B169CFC}" destId="{3F2A013C-F87A-4932-8081-24F3677D5A86}" srcOrd="1" destOrd="0" presId="urn:microsoft.com/office/officeart/2024/3/layout/BlockTimeline"/>
    <dgm:cxn modelId="{BC32A0C4-87EC-4B92-9FFC-E2F5A876C288}" type="presParOf" srcId="{E7BF4C79-9E89-4D5E-979B-785D9B169CFC}" destId="{303C8251-D4EA-4EED-9192-5FA2616838E8}" srcOrd="2" destOrd="0" presId="urn:microsoft.com/office/officeart/2024/3/layout/BlockTimeline"/>
    <dgm:cxn modelId="{EA5BBE83-21AA-467B-85D9-2CCBDBD40933}" type="presParOf" srcId="{E7BF4C79-9E89-4D5E-979B-785D9B169CFC}" destId="{26C98A4A-5610-441D-BA1A-5868F281E2F3}" srcOrd="3" destOrd="0" presId="urn:microsoft.com/office/officeart/2024/3/layout/Block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B0CDEB-7E46-4FCD-AF77-5504B686F089}" type="doc">
      <dgm:prSet loTypeId="urn:microsoft.com/office/officeart/2024/3/layout/BlockTimeline" loCatId="Timeline" qsTypeId="urn:microsoft.com/office/officeart/2005/8/quickstyle/simple1" qsCatId="simple" csTypeId="urn:microsoft.com/office/officeart/2005/8/colors/BlockTimelineDefaultColorVariant" csCatId="other" phldr="1"/>
      <dgm:spPr/>
      <dgm:t>
        <a:bodyPr/>
        <a:lstStyle/>
        <a:p>
          <a:endParaRPr lang="fr-FR"/>
        </a:p>
      </dgm:t>
    </dgm:pt>
    <dgm:pt modelId="{7248E1CA-D3C4-4089-89ED-AA0ED1264A39}">
      <dgm:prSet custT="1"/>
      <dgm:spPr/>
      <dgm:t>
        <a:bodyPr/>
        <a:lstStyle/>
        <a:p>
          <a:pPr>
            <a:defRPr b="1"/>
          </a:pPr>
          <a:r>
            <a:rPr lang="fr-FR" sz="1800" dirty="0">
              <a:latin typeface="Arial Nova" panose="020B0504020202020204" pitchFamily="34" charset="0"/>
            </a:rPr>
            <a:t>CSV</a:t>
          </a:r>
        </a:p>
      </dgm:t>
    </dgm:pt>
    <dgm:pt modelId="{483C5421-BB66-4790-BED5-A4C48E2F8A3F}" type="parTrans" cxnId="{4D22FF21-CF44-42C5-B2D7-C7DFAA031747}">
      <dgm:prSet/>
      <dgm:spPr/>
      <dgm:t>
        <a:bodyPr/>
        <a:lstStyle/>
        <a:p>
          <a:endParaRPr lang="fr-FR"/>
        </a:p>
      </dgm:t>
    </dgm:pt>
    <dgm:pt modelId="{B825C0DC-DEF8-4DD5-80CF-9DC728B77E8E}" type="sibTrans" cxnId="{4D22FF21-CF44-42C5-B2D7-C7DFAA031747}">
      <dgm:prSet/>
      <dgm:spPr/>
      <dgm:t>
        <a:bodyPr/>
        <a:lstStyle/>
        <a:p>
          <a:endParaRPr lang="fr-FR"/>
        </a:p>
      </dgm:t>
    </dgm:pt>
    <dgm:pt modelId="{9528C3F9-FA14-44C6-A00C-309D38DEB772}">
      <dgm:prSet custT="1"/>
      <dgm:spPr/>
      <dgm:t>
        <a:bodyPr/>
        <a:lstStyle/>
        <a:p>
          <a:pPr>
            <a:defRPr b="1"/>
          </a:pPr>
          <a:r>
            <a:rPr lang="fr-FR" sz="1400" dirty="0">
              <a:latin typeface="Arial Nova" panose="020B0504020202020204" pitchFamily="34" charset="0"/>
            </a:rPr>
            <a:t>IMPUTATION</a:t>
          </a:r>
        </a:p>
      </dgm:t>
    </dgm:pt>
    <dgm:pt modelId="{7DFCACD0-A105-4AAF-A10A-E5DE897B9C18}" type="parTrans" cxnId="{93C8D6D6-F242-46C4-A33D-BD5C6DC76BA4}">
      <dgm:prSet/>
      <dgm:spPr/>
      <dgm:t>
        <a:bodyPr/>
        <a:lstStyle/>
        <a:p>
          <a:endParaRPr lang="fr-FR"/>
        </a:p>
      </dgm:t>
    </dgm:pt>
    <dgm:pt modelId="{0FEF520B-04AF-4B21-A4BB-BCB4317CFA02}" type="sibTrans" cxnId="{93C8D6D6-F242-46C4-A33D-BD5C6DC76BA4}">
      <dgm:prSet/>
      <dgm:spPr/>
      <dgm:t>
        <a:bodyPr/>
        <a:lstStyle/>
        <a:p>
          <a:endParaRPr lang="fr-FR"/>
        </a:p>
      </dgm:t>
    </dgm:pt>
    <dgm:pt modelId="{0CA9E4D9-F204-4BE7-9902-17B2B62A48B9}">
      <dgm:prSet custT="1"/>
      <dgm:spPr/>
      <dgm:t>
        <a:bodyPr/>
        <a:lstStyle/>
        <a:p>
          <a:pPr>
            <a:defRPr b="1"/>
          </a:pPr>
          <a:r>
            <a:rPr lang="fr-FR" sz="1200" dirty="0">
              <a:latin typeface="Arial Nova" panose="020B0504020202020204" pitchFamily="34" charset="0"/>
            </a:rPr>
            <a:t>STANDARDISATION</a:t>
          </a:r>
        </a:p>
      </dgm:t>
    </dgm:pt>
    <dgm:pt modelId="{D172A77D-835F-41FA-B80E-83EE35EF2ABF}" type="parTrans" cxnId="{40EB6187-5D14-4B2D-A0B7-81AC578E1B66}">
      <dgm:prSet/>
      <dgm:spPr/>
      <dgm:t>
        <a:bodyPr/>
        <a:lstStyle/>
        <a:p>
          <a:endParaRPr lang="fr-FR"/>
        </a:p>
      </dgm:t>
    </dgm:pt>
    <dgm:pt modelId="{9B8E7034-E060-4573-BC45-0199C15D121B}" type="sibTrans" cxnId="{40EB6187-5D14-4B2D-A0B7-81AC578E1B66}">
      <dgm:prSet/>
      <dgm:spPr/>
      <dgm:t>
        <a:bodyPr/>
        <a:lstStyle/>
        <a:p>
          <a:endParaRPr lang="fr-FR"/>
        </a:p>
      </dgm:t>
    </dgm:pt>
    <dgm:pt modelId="{32224379-9B81-4D63-90FA-A27618DFF590}">
      <dgm:prSet custT="1"/>
      <dgm:spPr/>
      <dgm:t>
        <a:bodyPr/>
        <a:lstStyle/>
        <a:p>
          <a:pPr>
            <a:defRPr b="1"/>
          </a:pPr>
          <a:r>
            <a:rPr lang="fr-FR" sz="1400" dirty="0">
              <a:latin typeface="Arial Nova" panose="020B0504020202020204" pitchFamily="34" charset="0"/>
            </a:rPr>
            <a:t>REGRESSION LOGISTIQUE</a:t>
          </a:r>
        </a:p>
      </dgm:t>
    </dgm:pt>
    <dgm:pt modelId="{1A0E0D17-0F21-4E84-84B1-AF8204EC3DF0}" type="parTrans" cxnId="{50C30A66-7CB6-4198-B4B6-72C4BFDD4443}">
      <dgm:prSet/>
      <dgm:spPr/>
      <dgm:t>
        <a:bodyPr/>
        <a:lstStyle/>
        <a:p>
          <a:endParaRPr lang="fr-FR"/>
        </a:p>
      </dgm:t>
    </dgm:pt>
    <dgm:pt modelId="{DEEA790D-1E55-419A-9822-2C1E99BFC620}" type="sibTrans" cxnId="{50C30A66-7CB6-4198-B4B6-72C4BFDD4443}">
      <dgm:prSet/>
      <dgm:spPr/>
      <dgm:t>
        <a:bodyPr/>
        <a:lstStyle/>
        <a:p>
          <a:endParaRPr lang="fr-FR"/>
        </a:p>
      </dgm:t>
    </dgm:pt>
    <dgm:pt modelId="{9A62EC2E-123D-4EFB-8AAF-9EF160C624EE}">
      <dgm:prSet/>
      <dgm:spPr/>
      <dgm:t>
        <a:bodyPr/>
        <a:lstStyle/>
        <a:p>
          <a:pPr>
            <a:defRPr b="1"/>
          </a:pPr>
          <a:r>
            <a:rPr lang="fr-FR" dirty="0">
              <a:latin typeface="Arial Nova" panose="020B0504020202020204" pitchFamily="34" charset="0"/>
            </a:rPr>
            <a:t>TRUE/FALSE</a:t>
          </a:r>
        </a:p>
      </dgm:t>
    </dgm:pt>
    <dgm:pt modelId="{95C39227-907A-40BF-A9E8-560F2777EF21}" type="parTrans" cxnId="{BDD2B016-A579-4AD4-8B55-2F7747ABFA3C}">
      <dgm:prSet/>
      <dgm:spPr/>
      <dgm:t>
        <a:bodyPr/>
        <a:lstStyle/>
        <a:p>
          <a:endParaRPr lang="fr-FR"/>
        </a:p>
      </dgm:t>
    </dgm:pt>
    <dgm:pt modelId="{6E160741-60B2-4DA3-8031-C96AC848F203}" type="sibTrans" cxnId="{BDD2B016-A579-4AD4-8B55-2F7747ABFA3C}">
      <dgm:prSet/>
      <dgm:spPr/>
      <dgm:t>
        <a:bodyPr/>
        <a:lstStyle/>
        <a:p>
          <a:endParaRPr lang="fr-FR"/>
        </a:p>
      </dgm:t>
    </dgm:pt>
    <dgm:pt modelId="{384C1D6C-1829-46CD-A516-CD58111D1496}" type="pres">
      <dgm:prSet presAssocID="{2AB0CDEB-7E46-4FCD-AF77-5504B686F089}" presName="Name0" presStyleCnt="0">
        <dgm:presLayoutVars>
          <dgm:chMax/>
          <dgm:chPref/>
          <dgm:animLvl val="lvl"/>
        </dgm:presLayoutVars>
      </dgm:prSet>
      <dgm:spPr/>
    </dgm:pt>
    <dgm:pt modelId="{44DCCA92-F669-4BBE-9445-8F64AFC6E81E}" type="pres">
      <dgm:prSet presAssocID="{7248E1CA-D3C4-4089-89ED-AA0ED1264A39}" presName="composite" presStyleCnt="0"/>
      <dgm:spPr/>
    </dgm:pt>
    <dgm:pt modelId="{05B4CA6F-8781-4B59-9D96-0D5B64E4B035}" type="pres">
      <dgm:prSet presAssocID="{7248E1CA-D3C4-4089-89ED-AA0ED1264A39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5D5B603C-6B80-4770-BA00-60FDAF3177C0}" type="pres">
      <dgm:prSet presAssocID="{7248E1CA-D3C4-4089-89ED-AA0ED1264A39}" presName="Childtext1" presStyleLbl="revTx" presStyleIdx="0" presStyleCnt="5">
        <dgm:presLayoutVars>
          <dgm:chMax val="0"/>
          <dgm:chPref val="0"/>
          <dgm:bulletEnabled/>
        </dgm:presLayoutVars>
      </dgm:prSet>
      <dgm:spPr/>
    </dgm:pt>
    <dgm:pt modelId="{3604C6C8-96C5-4DE0-A290-982D6A6C4424}" type="pres">
      <dgm:prSet presAssocID="{7248E1CA-D3C4-4089-89ED-AA0ED1264A39}" presName="ConnectLine" presStyleLbl="sibTrans1D1" presStyleIdx="0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3733043-D9A2-48A3-9B4B-56FD4B55D3D9}" type="pres">
      <dgm:prSet presAssocID="{7248E1CA-D3C4-4089-89ED-AA0ED1264A39}" presName="EmptyPane" presStyleCnt="0"/>
      <dgm:spPr/>
    </dgm:pt>
    <dgm:pt modelId="{A2652818-C3D3-4B83-BF6E-8414ED124F13}" type="pres">
      <dgm:prSet presAssocID="{B825C0DC-DEF8-4DD5-80CF-9DC728B77E8E}" presName="spaceBetweenRectangles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AA2729B-2817-4249-972D-8448C39DE26F}" type="pres">
      <dgm:prSet presAssocID="{9528C3F9-FA14-44C6-A00C-309D38DEB772}" presName="composite" presStyleCnt="0"/>
      <dgm:spPr/>
    </dgm:pt>
    <dgm:pt modelId="{EB09DD58-3AD3-49A6-BDBF-CDA9D7C98FCC}" type="pres">
      <dgm:prSet presAssocID="{9528C3F9-FA14-44C6-A00C-309D38DEB772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FF597A2F-8D56-41CB-9AD0-6F5A3DF506EB}" type="pres">
      <dgm:prSet presAssocID="{9528C3F9-FA14-44C6-A00C-309D38DEB772}" presName="Childtext1" presStyleLbl="revTx" presStyleIdx="1" presStyleCnt="5">
        <dgm:presLayoutVars>
          <dgm:chMax val="0"/>
          <dgm:chPref val="0"/>
          <dgm:bulletEnabled/>
        </dgm:presLayoutVars>
      </dgm:prSet>
      <dgm:spPr/>
    </dgm:pt>
    <dgm:pt modelId="{174E054F-2E51-40DB-B2AF-2EB1445C5AA9}" type="pres">
      <dgm:prSet presAssocID="{9528C3F9-FA14-44C6-A00C-309D38DEB772}" presName="ConnectLine" presStyleLbl="sibTrans1D1" presStyleIdx="1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55A1CDF-FE3D-4C2B-98BD-DA09B1FFA725}" type="pres">
      <dgm:prSet presAssocID="{9528C3F9-FA14-44C6-A00C-309D38DEB772}" presName="EmptyPane" presStyleCnt="0"/>
      <dgm:spPr/>
    </dgm:pt>
    <dgm:pt modelId="{C24F57FF-DE03-48F4-BDD1-76BCF5ACD6DC}" type="pres">
      <dgm:prSet presAssocID="{0FEF520B-04AF-4B21-A4BB-BCB4317CFA02}" presName="spaceBetweenRectangles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AD2CDCB-2AA8-46D5-993A-7FCA78CE53D9}" type="pres">
      <dgm:prSet presAssocID="{0CA9E4D9-F204-4BE7-9902-17B2B62A48B9}" presName="composite" presStyleCnt="0"/>
      <dgm:spPr/>
    </dgm:pt>
    <dgm:pt modelId="{7E9D7930-90C1-4C7E-B498-D61B869B70EC}" type="pres">
      <dgm:prSet presAssocID="{0CA9E4D9-F204-4BE7-9902-17B2B62A48B9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BBD96DDB-B18D-46C7-9E9E-99EF289D23D0}" type="pres">
      <dgm:prSet presAssocID="{0CA9E4D9-F204-4BE7-9902-17B2B62A48B9}" presName="Childtext1" presStyleLbl="revTx" presStyleIdx="2" presStyleCnt="5">
        <dgm:presLayoutVars>
          <dgm:chMax val="0"/>
          <dgm:chPref val="0"/>
          <dgm:bulletEnabled/>
        </dgm:presLayoutVars>
      </dgm:prSet>
      <dgm:spPr/>
    </dgm:pt>
    <dgm:pt modelId="{6FA78DA7-7963-4FF1-860C-1CBD678F1F73}" type="pres">
      <dgm:prSet presAssocID="{0CA9E4D9-F204-4BE7-9902-17B2B62A48B9}" presName="ConnectLine" presStyleLbl="sibTrans1D1" presStyleIdx="2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D52EF00-3CCD-42AC-9642-0A5B098B10CA}" type="pres">
      <dgm:prSet presAssocID="{0CA9E4D9-F204-4BE7-9902-17B2B62A48B9}" presName="EmptyPane" presStyleCnt="0"/>
      <dgm:spPr/>
    </dgm:pt>
    <dgm:pt modelId="{1860E4E9-C4D4-4356-8710-539B18823845}" type="pres">
      <dgm:prSet presAssocID="{9B8E7034-E060-4573-BC45-0199C15D121B}" presName="spaceBetweenRectangles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48BE873-675B-4BF3-B9FF-861DCE9B6ED0}" type="pres">
      <dgm:prSet presAssocID="{32224379-9B81-4D63-90FA-A27618DFF590}" presName="composite" presStyleCnt="0"/>
      <dgm:spPr/>
    </dgm:pt>
    <dgm:pt modelId="{84A45056-D924-4B65-A451-04C30F67AE10}" type="pres">
      <dgm:prSet presAssocID="{32224379-9B81-4D63-90FA-A27618DFF590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1268DC99-B065-4F02-B12E-4D0B188E9E4B}" type="pres">
      <dgm:prSet presAssocID="{32224379-9B81-4D63-90FA-A27618DFF590}" presName="Childtext1" presStyleLbl="revTx" presStyleIdx="3" presStyleCnt="5">
        <dgm:presLayoutVars>
          <dgm:chMax val="0"/>
          <dgm:chPref val="0"/>
          <dgm:bulletEnabled/>
        </dgm:presLayoutVars>
      </dgm:prSet>
      <dgm:spPr/>
    </dgm:pt>
    <dgm:pt modelId="{E259773B-E137-4685-929B-E1590F0A56DD}" type="pres">
      <dgm:prSet presAssocID="{32224379-9B81-4D63-90FA-A27618DFF590}" presName="ConnectLine" presStyleLbl="sibTrans1D1" presStyleIdx="3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C477485-7FFF-4DE2-9FA1-F74F78810B3A}" type="pres">
      <dgm:prSet presAssocID="{32224379-9B81-4D63-90FA-A27618DFF590}" presName="EmptyPane" presStyleCnt="0"/>
      <dgm:spPr/>
    </dgm:pt>
    <dgm:pt modelId="{673218E2-A1A7-437E-9D70-3BF936C8386D}" type="pres">
      <dgm:prSet presAssocID="{DEEA790D-1E55-419A-9822-2C1E99BFC620}" presName="spaceBetweenRectangles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7BF4C79-9E89-4D5E-979B-785D9B169CFC}" type="pres">
      <dgm:prSet presAssocID="{9A62EC2E-123D-4EFB-8AAF-9EF160C624EE}" presName="composite" presStyleCnt="0"/>
      <dgm:spPr/>
    </dgm:pt>
    <dgm:pt modelId="{8B92B7CB-A3C2-40F8-AF3E-C6D26C1183A4}" type="pres">
      <dgm:prSet presAssocID="{9A62EC2E-123D-4EFB-8AAF-9EF160C624EE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3F2A013C-F87A-4932-8081-24F3677D5A86}" type="pres">
      <dgm:prSet presAssocID="{9A62EC2E-123D-4EFB-8AAF-9EF160C624EE}" presName="Childtext1" presStyleLbl="revTx" presStyleIdx="4" presStyleCnt="5">
        <dgm:presLayoutVars>
          <dgm:chMax val="0"/>
          <dgm:chPref val="0"/>
          <dgm:bulletEnabled/>
        </dgm:presLayoutVars>
      </dgm:prSet>
      <dgm:spPr/>
    </dgm:pt>
    <dgm:pt modelId="{303C8251-D4EA-4EED-9192-5FA2616838E8}" type="pres">
      <dgm:prSet presAssocID="{9A62EC2E-123D-4EFB-8AAF-9EF160C624EE}" presName="ConnectLine" presStyleLbl="sibTrans1D1" presStyleIdx="4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6C98A4A-5610-441D-BA1A-5868F281E2F3}" type="pres">
      <dgm:prSet presAssocID="{9A62EC2E-123D-4EFB-8AAF-9EF160C624EE}" presName="EmptyPane" presStyleCnt="0"/>
      <dgm:spPr/>
    </dgm:pt>
  </dgm:ptLst>
  <dgm:cxnLst>
    <dgm:cxn modelId="{BDD2B016-A579-4AD4-8B55-2F7747ABFA3C}" srcId="{2AB0CDEB-7E46-4FCD-AF77-5504B686F089}" destId="{9A62EC2E-123D-4EFB-8AAF-9EF160C624EE}" srcOrd="4" destOrd="0" parTransId="{95C39227-907A-40BF-A9E8-560F2777EF21}" sibTransId="{6E160741-60B2-4DA3-8031-C96AC848F203}"/>
    <dgm:cxn modelId="{F259BA17-9ADC-4F65-9331-8BAE7D6EA181}" type="presOf" srcId="{9528C3F9-FA14-44C6-A00C-309D38DEB772}" destId="{EB09DD58-3AD3-49A6-BDBF-CDA9D7C98FCC}" srcOrd="0" destOrd="0" presId="urn:microsoft.com/office/officeart/2024/3/layout/BlockTimeline"/>
    <dgm:cxn modelId="{0B6DEB19-3496-468B-88FF-BEA6A348B1AC}" type="presOf" srcId="{9A62EC2E-123D-4EFB-8AAF-9EF160C624EE}" destId="{8B92B7CB-A3C2-40F8-AF3E-C6D26C1183A4}" srcOrd="0" destOrd="0" presId="urn:microsoft.com/office/officeart/2024/3/layout/BlockTimeline"/>
    <dgm:cxn modelId="{4D22FF21-CF44-42C5-B2D7-C7DFAA031747}" srcId="{2AB0CDEB-7E46-4FCD-AF77-5504B686F089}" destId="{7248E1CA-D3C4-4089-89ED-AA0ED1264A39}" srcOrd="0" destOrd="0" parTransId="{483C5421-BB66-4790-BED5-A4C48E2F8A3F}" sibTransId="{B825C0DC-DEF8-4DD5-80CF-9DC728B77E8E}"/>
    <dgm:cxn modelId="{0A9C9023-FCD5-499B-A096-5E3A5CEAFE4D}" type="presOf" srcId="{2AB0CDEB-7E46-4FCD-AF77-5504B686F089}" destId="{384C1D6C-1829-46CD-A516-CD58111D1496}" srcOrd="0" destOrd="0" presId="urn:microsoft.com/office/officeart/2024/3/layout/BlockTimeline"/>
    <dgm:cxn modelId="{D5BAE22A-3D38-4B49-A46A-2C93CB68BF80}" type="presOf" srcId="{32224379-9B81-4D63-90FA-A27618DFF590}" destId="{84A45056-D924-4B65-A451-04C30F67AE10}" srcOrd="0" destOrd="0" presId="urn:microsoft.com/office/officeart/2024/3/layout/BlockTimeline"/>
    <dgm:cxn modelId="{87255D5C-F26B-428A-98E7-C881B0E8B141}" type="presOf" srcId="{0CA9E4D9-F204-4BE7-9902-17B2B62A48B9}" destId="{7E9D7930-90C1-4C7E-B498-D61B869B70EC}" srcOrd="0" destOrd="0" presId="urn:microsoft.com/office/officeart/2024/3/layout/BlockTimeline"/>
    <dgm:cxn modelId="{50C30A66-7CB6-4198-B4B6-72C4BFDD4443}" srcId="{2AB0CDEB-7E46-4FCD-AF77-5504B686F089}" destId="{32224379-9B81-4D63-90FA-A27618DFF590}" srcOrd="3" destOrd="0" parTransId="{1A0E0D17-0F21-4E84-84B1-AF8204EC3DF0}" sibTransId="{DEEA790D-1E55-419A-9822-2C1E99BFC620}"/>
    <dgm:cxn modelId="{DCBE2F4E-DED3-4FA4-91D3-F9951A3FCD7F}" type="presOf" srcId="{7248E1CA-D3C4-4089-89ED-AA0ED1264A39}" destId="{05B4CA6F-8781-4B59-9D96-0D5B64E4B035}" srcOrd="0" destOrd="0" presId="urn:microsoft.com/office/officeart/2024/3/layout/BlockTimeline"/>
    <dgm:cxn modelId="{40EB6187-5D14-4B2D-A0B7-81AC578E1B66}" srcId="{2AB0CDEB-7E46-4FCD-AF77-5504B686F089}" destId="{0CA9E4D9-F204-4BE7-9902-17B2B62A48B9}" srcOrd="2" destOrd="0" parTransId="{D172A77D-835F-41FA-B80E-83EE35EF2ABF}" sibTransId="{9B8E7034-E060-4573-BC45-0199C15D121B}"/>
    <dgm:cxn modelId="{93C8D6D6-F242-46C4-A33D-BD5C6DC76BA4}" srcId="{2AB0CDEB-7E46-4FCD-AF77-5504B686F089}" destId="{9528C3F9-FA14-44C6-A00C-309D38DEB772}" srcOrd="1" destOrd="0" parTransId="{7DFCACD0-A105-4AAF-A10A-E5DE897B9C18}" sibTransId="{0FEF520B-04AF-4B21-A4BB-BCB4317CFA02}"/>
    <dgm:cxn modelId="{D122815F-87CF-4B9D-AB49-A9078AAC49A0}" type="presParOf" srcId="{384C1D6C-1829-46CD-A516-CD58111D1496}" destId="{44DCCA92-F669-4BBE-9445-8F64AFC6E81E}" srcOrd="0" destOrd="0" presId="urn:microsoft.com/office/officeart/2024/3/layout/BlockTimeline"/>
    <dgm:cxn modelId="{F033FE49-78EE-4424-90CC-466608A23044}" type="presParOf" srcId="{44DCCA92-F669-4BBE-9445-8F64AFC6E81E}" destId="{05B4CA6F-8781-4B59-9D96-0D5B64E4B035}" srcOrd="0" destOrd="0" presId="urn:microsoft.com/office/officeart/2024/3/layout/BlockTimeline"/>
    <dgm:cxn modelId="{8FF9FDE9-1847-4826-8236-8E9717B09189}" type="presParOf" srcId="{44DCCA92-F669-4BBE-9445-8F64AFC6E81E}" destId="{5D5B603C-6B80-4770-BA00-60FDAF3177C0}" srcOrd="1" destOrd="0" presId="urn:microsoft.com/office/officeart/2024/3/layout/BlockTimeline"/>
    <dgm:cxn modelId="{7E874EC8-2098-43D3-BFCC-0A11FE97576E}" type="presParOf" srcId="{44DCCA92-F669-4BBE-9445-8F64AFC6E81E}" destId="{3604C6C8-96C5-4DE0-A290-982D6A6C4424}" srcOrd="2" destOrd="0" presId="urn:microsoft.com/office/officeart/2024/3/layout/BlockTimeline"/>
    <dgm:cxn modelId="{AF1699FB-0BB7-4A6B-B2E1-9508263B0BC7}" type="presParOf" srcId="{44DCCA92-F669-4BBE-9445-8F64AFC6E81E}" destId="{03733043-D9A2-48A3-9B4B-56FD4B55D3D9}" srcOrd="3" destOrd="0" presId="urn:microsoft.com/office/officeart/2024/3/layout/BlockTimeline"/>
    <dgm:cxn modelId="{9625AF68-437D-41EB-862E-17CB598138B7}" type="presParOf" srcId="{384C1D6C-1829-46CD-A516-CD58111D1496}" destId="{A2652818-C3D3-4B83-BF6E-8414ED124F13}" srcOrd="1" destOrd="0" presId="urn:microsoft.com/office/officeart/2024/3/layout/BlockTimeline"/>
    <dgm:cxn modelId="{D1398D70-3C41-41B4-90A3-79C813E8E1A0}" type="presParOf" srcId="{384C1D6C-1829-46CD-A516-CD58111D1496}" destId="{BAA2729B-2817-4249-972D-8448C39DE26F}" srcOrd="2" destOrd="0" presId="urn:microsoft.com/office/officeart/2024/3/layout/BlockTimeline"/>
    <dgm:cxn modelId="{DFE27C15-3DD8-4E8E-8348-8759DA079AF7}" type="presParOf" srcId="{BAA2729B-2817-4249-972D-8448C39DE26F}" destId="{EB09DD58-3AD3-49A6-BDBF-CDA9D7C98FCC}" srcOrd="0" destOrd="0" presId="urn:microsoft.com/office/officeart/2024/3/layout/BlockTimeline"/>
    <dgm:cxn modelId="{52C7EDDF-5A00-46C0-9AF3-A5D0B7953078}" type="presParOf" srcId="{BAA2729B-2817-4249-972D-8448C39DE26F}" destId="{FF597A2F-8D56-41CB-9AD0-6F5A3DF506EB}" srcOrd="1" destOrd="0" presId="urn:microsoft.com/office/officeart/2024/3/layout/BlockTimeline"/>
    <dgm:cxn modelId="{28107464-99F4-4CED-B135-9A90DBE5EA8B}" type="presParOf" srcId="{BAA2729B-2817-4249-972D-8448C39DE26F}" destId="{174E054F-2E51-40DB-B2AF-2EB1445C5AA9}" srcOrd="2" destOrd="0" presId="urn:microsoft.com/office/officeart/2024/3/layout/BlockTimeline"/>
    <dgm:cxn modelId="{FDDE310E-CB94-457F-B1A5-0785398B37BA}" type="presParOf" srcId="{BAA2729B-2817-4249-972D-8448C39DE26F}" destId="{155A1CDF-FE3D-4C2B-98BD-DA09B1FFA725}" srcOrd="3" destOrd="0" presId="urn:microsoft.com/office/officeart/2024/3/layout/BlockTimeline"/>
    <dgm:cxn modelId="{C6D0F1CF-7833-4160-A646-835B71754239}" type="presParOf" srcId="{384C1D6C-1829-46CD-A516-CD58111D1496}" destId="{C24F57FF-DE03-48F4-BDD1-76BCF5ACD6DC}" srcOrd="3" destOrd="0" presId="urn:microsoft.com/office/officeart/2024/3/layout/BlockTimeline"/>
    <dgm:cxn modelId="{EDE10ACF-8926-4DCA-8767-4E64A439820B}" type="presParOf" srcId="{384C1D6C-1829-46CD-A516-CD58111D1496}" destId="{FAD2CDCB-2AA8-46D5-993A-7FCA78CE53D9}" srcOrd="4" destOrd="0" presId="urn:microsoft.com/office/officeart/2024/3/layout/BlockTimeline"/>
    <dgm:cxn modelId="{CAA53482-AB2F-4AD1-96C5-E9FB9BEABC86}" type="presParOf" srcId="{FAD2CDCB-2AA8-46D5-993A-7FCA78CE53D9}" destId="{7E9D7930-90C1-4C7E-B498-D61B869B70EC}" srcOrd="0" destOrd="0" presId="urn:microsoft.com/office/officeart/2024/3/layout/BlockTimeline"/>
    <dgm:cxn modelId="{D12CCC1D-C403-40FE-B95D-97875121D81A}" type="presParOf" srcId="{FAD2CDCB-2AA8-46D5-993A-7FCA78CE53D9}" destId="{BBD96DDB-B18D-46C7-9E9E-99EF289D23D0}" srcOrd="1" destOrd="0" presId="urn:microsoft.com/office/officeart/2024/3/layout/BlockTimeline"/>
    <dgm:cxn modelId="{ECD3A35A-F30D-4F93-8918-56B5B02B94C1}" type="presParOf" srcId="{FAD2CDCB-2AA8-46D5-993A-7FCA78CE53D9}" destId="{6FA78DA7-7963-4FF1-860C-1CBD678F1F73}" srcOrd="2" destOrd="0" presId="urn:microsoft.com/office/officeart/2024/3/layout/BlockTimeline"/>
    <dgm:cxn modelId="{49AFDB28-D9A9-473B-8A85-5C3021945242}" type="presParOf" srcId="{FAD2CDCB-2AA8-46D5-993A-7FCA78CE53D9}" destId="{1D52EF00-3CCD-42AC-9642-0A5B098B10CA}" srcOrd="3" destOrd="0" presId="urn:microsoft.com/office/officeart/2024/3/layout/BlockTimeline"/>
    <dgm:cxn modelId="{1913CD52-B74B-4AFD-B2DB-CE5D7AD33053}" type="presParOf" srcId="{384C1D6C-1829-46CD-A516-CD58111D1496}" destId="{1860E4E9-C4D4-4356-8710-539B18823845}" srcOrd="5" destOrd="0" presId="urn:microsoft.com/office/officeart/2024/3/layout/BlockTimeline"/>
    <dgm:cxn modelId="{79DE3090-9E08-4839-B9CA-C6BADDC24754}" type="presParOf" srcId="{384C1D6C-1829-46CD-A516-CD58111D1496}" destId="{548BE873-675B-4BF3-B9FF-861DCE9B6ED0}" srcOrd="6" destOrd="0" presId="urn:microsoft.com/office/officeart/2024/3/layout/BlockTimeline"/>
    <dgm:cxn modelId="{6799C14F-4E82-43D0-AF2A-E3F954D1F767}" type="presParOf" srcId="{548BE873-675B-4BF3-B9FF-861DCE9B6ED0}" destId="{84A45056-D924-4B65-A451-04C30F67AE10}" srcOrd="0" destOrd="0" presId="urn:microsoft.com/office/officeart/2024/3/layout/BlockTimeline"/>
    <dgm:cxn modelId="{2FC14A2C-456F-4D06-A52E-1531E054B035}" type="presParOf" srcId="{548BE873-675B-4BF3-B9FF-861DCE9B6ED0}" destId="{1268DC99-B065-4F02-B12E-4D0B188E9E4B}" srcOrd="1" destOrd="0" presId="urn:microsoft.com/office/officeart/2024/3/layout/BlockTimeline"/>
    <dgm:cxn modelId="{4E145996-E915-4349-A861-AD7196B2664A}" type="presParOf" srcId="{548BE873-675B-4BF3-B9FF-861DCE9B6ED0}" destId="{E259773B-E137-4685-929B-E1590F0A56DD}" srcOrd="2" destOrd="0" presId="urn:microsoft.com/office/officeart/2024/3/layout/BlockTimeline"/>
    <dgm:cxn modelId="{A63EBC71-9E9D-4FF0-A129-01E80C6DAF73}" type="presParOf" srcId="{548BE873-675B-4BF3-B9FF-861DCE9B6ED0}" destId="{EC477485-7FFF-4DE2-9FA1-F74F78810B3A}" srcOrd="3" destOrd="0" presId="urn:microsoft.com/office/officeart/2024/3/layout/BlockTimeline"/>
    <dgm:cxn modelId="{A6939B17-4C5D-4D79-891A-3418535C8D6C}" type="presParOf" srcId="{384C1D6C-1829-46CD-A516-CD58111D1496}" destId="{673218E2-A1A7-437E-9D70-3BF936C8386D}" srcOrd="7" destOrd="0" presId="urn:microsoft.com/office/officeart/2024/3/layout/BlockTimeline"/>
    <dgm:cxn modelId="{A5C0F1C0-E568-4EE1-B552-730C8B59BD2A}" type="presParOf" srcId="{384C1D6C-1829-46CD-A516-CD58111D1496}" destId="{E7BF4C79-9E89-4D5E-979B-785D9B169CFC}" srcOrd="8" destOrd="0" presId="urn:microsoft.com/office/officeart/2024/3/layout/BlockTimeline"/>
    <dgm:cxn modelId="{B5DF64FA-FBE9-4580-8E58-8E939227CF12}" type="presParOf" srcId="{E7BF4C79-9E89-4D5E-979B-785D9B169CFC}" destId="{8B92B7CB-A3C2-40F8-AF3E-C6D26C1183A4}" srcOrd="0" destOrd="0" presId="urn:microsoft.com/office/officeart/2024/3/layout/BlockTimeline"/>
    <dgm:cxn modelId="{B6253F63-E52C-4F6D-A54E-61313E8C634F}" type="presParOf" srcId="{E7BF4C79-9E89-4D5E-979B-785D9B169CFC}" destId="{3F2A013C-F87A-4932-8081-24F3677D5A86}" srcOrd="1" destOrd="0" presId="urn:microsoft.com/office/officeart/2024/3/layout/BlockTimeline"/>
    <dgm:cxn modelId="{BC32A0C4-87EC-4B92-9FFC-E2F5A876C288}" type="presParOf" srcId="{E7BF4C79-9E89-4D5E-979B-785D9B169CFC}" destId="{303C8251-D4EA-4EED-9192-5FA2616838E8}" srcOrd="2" destOrd="0" presId="urn:microsoft.com/office/officeart/2024/3/layout/BlockTimeline"/>
    <dgm:cxn modelId="{EA5BBE83-21AA-467B-85D9-2CCBDBD40933}" type="presParOf" srcId="{E7BF4C79-9E89-4D5E-979B-785D9B169CFC}" destId="{26C98A4A-5610-441D-BA1A-5868F281E2F3}" srcOrd="3" destOrd="0" presId="urn:microsoft.com/office/officeart/2024/3/layout/Block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60CB43-5FB1-4FB1-9D20-B62F0A2F21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AF63A9-6D42-42DD-8BF3-A14EF47FDB4C}">
      <dgm:prSet/>
      <dgm:spPr/>
      <dgm:t>
        <a:bodyPr/>
        <a:lstStyle/>
        <a:p>
          <a:r>
            <a:rPr lang="fr-FR" dirty="0">
              <a:latin typeface="Arial Nova" panose="020B0504020202020204" pitchFamily="34" charset="0"/>
            </a:rPr>
            <a:t>ALGORITHME OPERATIONNEL</a:t>
          </a:r>
          <a:endParaRPr lang="en-US" dirty="0">
            <a:latin typeface="Arial Nova" panose="020B0504020202020204" pitchFamily="34" charset="0"/>
          </a:endParaRPr>
        </a:p>
      </dgm:t>
    </dgm:pt>
    <dgm:pt modelId="{4133FA26-573E-4DF5-8021-C8B3520044FD}" type="parTrans" cxnId="{F9936117-6A2B-40B9-B60C-39BD5A9695CA}">
      <dgm:prSet/>
      <dgm:spPr/>
      <dgm:t>
        <a:bodyPr/>
        <a:lstStyle/>
        <a:p>
          <a:endParaRPr lang="en-US"/>
        </a:p>
      </dgm:t>
    </dgm:pt>
    <dgm:pt modelId="{8C8F64CF-2C38-442D-AB6C-8831F5E7001D}" type="sibTrans" cxnId="{F9936117-6A2B-40B9-B60C-39BD5A9695CA}">
      <dgm:prSet/>
      <dgm:spPr/>
      <dgm:t>
        <a:bodyPr/>
        <a:lstStyle/>
        <a:p>
          <a:endParaRPr lang="en-US"/>
        </a:p>
      </dgm:t>
    </dgm:pt>
    <dgm:pt modelId="{10205303-43D1-4ADA-904C-0FAE712D1619}">
      <dgm:prSet/>
      <dgm:spPr/>
      <dgm:t>
        <a:bodyPr/>
        <a:lstStyle/>
        <a:p>
          <a:r>
            <a:rPr lang="fr-FR" dirty="0">
              <a:latin typeface="Arial Nova" panose="020B0504020202020204" pitchFamily="34" charset="0"/>
            </a:rPr>
            <a:t>TRES BONNES PERFORMANCES</a:t>
          </a:r>
          <a:endParaRPr lang="en-US" dirty="0">
            <a:latin typeface="Arial Nova" panose="020B0504020202020204" pitchFamily="34" charset="0"/>
          </a:endParaRPr>
        </a:p>
      </dgm:t>
    </dgm:pt>
    <dgm:pt modelId="{4AEA0DF5-CE39-4862-8D98-E82B1A5A5DE4}" type="parTrans" cxnId="{D60C8201-7D97-42D6-BCA4-8DE3E289E01F}">
      <dgm:prSet/>
      <dgm:spPr/>
      <dgm:t>
        <a:bodyPr/>
        <a:lstStyle/>
        <a:p>
          <a:endParaRPr lang="en-US"/>
        </a:p>
      </dgm:t>
    </dgm:pt>
    <dgm:pt modelId="{0F170780-0FB7-41D6-B2A3-A2E54B663332}" type="sibTrans" cxnId="{D60C8201-7D97-42D6-BCA4-8DE3E289E01F}">
      <dgm:prSet/>
      <dgm:spPr/>
      <dgm:t>
        <a:bodyPr/>
        <a:lstStyle/>
        <a:p>
          <a:endParaRPr lang="en-US"/>
        </a:p>
      </dgm:t>
    </dgm:pt>
    <dgm:pt modelId="{81CA689F-B40E-4C61-9DF3-49D371392965}">
      <dgm:prSet/>
      <dgm:spPr/>
      <dgm:t>
        <a:bodyPr/>
        <a:lstStyle/>
        <a:p>
          <a:r>
            <a:rPr lang="fr-FR" dirty="0">
              <a:latin typeface="Arial Nova" panose="020B0504020202020204" pitchFamily="34" charset="0"/>
            </a:rPr>
            <a:t>98% DES FAUX BILLETS DETECTES SUR LE TEST</a:t>
          </a:r>
          <a:endParaRPr lang="en-US" dirty="0">
            <a:latin typeface="Arial Nova" panose="020B0504020202020204" pitchFamily="34" charset="0"/>
          </a:endParaRPr>
        </a:p>
      </dgm:t>
    </dgm:pt>
    <dgm:pt modelId="{F066436E-449C-4AE1-8AC0-8DDE1014347C}" type="parTrans" cxnId="{A661C7EE-749D-4AAB-9066-49A9B9859F30}">
      <dgm:prSet/>
      <dgm:spPr/>
      <dgm:t>
        <a:bodyPr/>
        <a:lstStyle/>
        <a:p>
          <a:endParaRPr lang="en-US"/>
        </a:p>
      </dgm:t>
    </dgm:pt>
    <dgm:pt modelId="{6776488D-8AD5-4BD8-89BC-4123AD72FAF6}" type="sibTrans" cxnId="{A661C7EE-749D-4AAB-9066-49A9B9859F30}">
      <dgm:prSet/>
      <dgm:spPr/>
      <dgm:t>
        <a:bodyPr/>
        <a:lstStyle/>
        <a:p>
          <a:endParaRPr lang="en-US"/>
        </a:p>
      </dgm:t>
    </dgm:pt>
    <dgm:pt modelId="{33D9E6A1-93F0-4392-880B-2C2026F84F36}">
      <dgm:prSet/>
      <dgm:spPr/>
      <dgm:t>
        <a:bodyPr/>
        <a:lstStyle/>
        <a:p>
          <a:r>
            <a:rPr lang="fr-FR" dirty="0">
              <a:latin typeface="Arial Nova" panose="020B0504020202020204" pitchFamily="34" charset="0"/>
            </a:rPr>
            <a:t>APPLICATION A DE NOUVELLES DONNEES</a:t>
          </a:r>
          <a:endParaRPr lang="en-US" dirty="0">
            <a:latin typeface="Arial Nova" panose="020B0504020202020204" pitchFamily="34" charset="0"/>
          </a:endParaRPr>
        </a:p>
      </dgm:t>
    </dgm:pt>
    <dgm:pt modelId="{BE75E632-0E6A-4842-B79E-2EB328173A48}" type="parTrans" cxnId="{67DC605F-50DC-4806-9267-24D356BF71C7}">
      <dgm:prSet/>
      <dgm:spPr/>
      <dgm:t>
        <a:bodyPr/>
        <a:lstStyle/>
        <a:p>
          <a:endParaRPr lang="en-US"/>
        </a:p>
      </dgm:t>
    </dgm:pt>
    <dgm:pt modelId="{2737D6B5-E883-4765-A1D3-3C24B4DC8311}" type="sibTrans" cxnId="{67DC605F-50DC-4806-9267-24D356BF71C7}">
      <dgm:prSet/>
      <dgm:spPr/>
      <dgm:t>
        <a:bodyPr/>
        <a:lstStyle/>
        <a:p>
          <a:endParaRPr lang="en-US"/>
        </a:p>
      </dgm:t>
    </dgm:pt>
    <dgm:pt modelId="{8722A5C6-5EAA-4057-9182-83498470DA77}">
      <dgm:prSet/>
      <dgm:spPr/>
      <dgm:t>
        <a:bodyPr/>
        <a:lstStyle/>
        <a:p>
          <a:r>
            <a:rPr lang="fr-FR" dirty="0">
              <a:latin typeface="Arial Nova" panose="020B0504020202020204" pitchFamily="34" charset="0"/>
            </a:rPr>
            <a:t>DEMONSTRATION EN DIRECT</a:t>
          </a:r>
          <a:endParaRPr lang="en-US" dirty="0">
            <a:latin typeface="Arial Nova" panose="020B0504020202020204" pitchFamily="34" charset="0"/>
          </a:endParaRPr>
        </a:p>
      </dgm:t>
    </dgm:pt>
    <dgm:pt modelId="{8A09195D-4B05-4C45-8D14-D655DC77A031}" type="parTrans" cxnId="{00E4E98E-B4D6-43B6-AE61-700A8EF7B5F1}">
      <dgm:prSet/>
      <dgm:spPr/>
      <dgm:t>
        <a:bodyPr/>
        <a:lstStyle/>
        <a:p>
          <a:endParaRPr lang="en-US"/>
        </a:p>
      </dgm:t>
    </dgm:pt>
    <dgm:pt modelId="{4871962E-C7EB-4427-BB21-98C18341FA7A}" type="sibTrans" cxnId="{00E4E98E-B4D6-43B6-AE61-700A8EF7B5F1}">
      <dgm:prSet/>
      <dgm:spPr/>
      <dgm:t>
        <a:bodyPr/>
        <a:lstStyle/>
        <a:p>
          <a:endParaRPr lang="en-US"/>
        </a:p>
      </dgm:t>
    </dgm:pt>
    <dgm:pt modelId="{13768D4B-B872-4975-B7E3-D1AABD1E11A5}" type="pres">
      <dgm:prSet presAssocID="{1060CB43-5FB1-4FB1-9D20-B62F0A2F21BF}" presName="linear" presStyleCnt="0">
        <dgm:presLayoutVars>
          <dgm:animLvl val="lvl"/>
          <dgm:resizeHandles val="exact"/>
        </dgm:presLayoutVars>
      </dgm:prSet>
      <dgm:spPr/>
    </dgm:pt>
    <dgm:pt modelId="{3D6FABCA-FFCE-46E4-A7E7-621B59DF02DA}" type="pres">
      <dgm:prSet presAssocID="{35AF63A9-6D42-42DD-8BF3-A14EF47FDB4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1D3843D-A105-4999-A6E0-A34AF46FEEE5}" type="pres">
      <dgm:prSet presAssocID="{8C8F64CF-2C38-442D-AB6C-8831F5E7001D}" presName="spacer" presStyleCnt="0"/>
      <dgm:spPr/>
    </dgm:pt>
    <dgm:pt modelId="{9EBFB351-1249-4F31-82B5-9CF6C9126CA8}" type="pres">
      <dgm:prSet presAssocID="{10205303-43D1-4ADA-904C-0FAE712D161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3582902-AA2C-4F01-A336-D20C25BDCD8B}" type="pres">
      <dgm:prSet presAssocID="{0F170780-0FB7-41D6-B2A3-A2E54B663332}" presName="spacer" presStyleCnt="0"/>
      <dgm:spPr/>
    </dgm:pt>
    <dgm:pt modelId="{05D8D041-89BE-42CF-A931-F50BC5A57E64}" type="pres">
      <dgm:prSet presAssocID="{81CA689F-B40E-4C61-9DF3-49D37139296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2AA201-5A43-410A-BDB5-C1B8CFAFB52E}" type="pres">
      <dgm:prSet presAssocID="{6776488D-8AD5-4BD8-89BC-4123AD72FAF6}" presName="spacer" presStyleCnt="0"/>
      <dgm:spPr/>
    </dgm:pt>
    <dgm:pt modelId="{4143806F-5A6C-46E7-96BA-D18AC27BD7B3}" type="pres">
      <dgm:prSet presAssocID="{33D9E6A1-93F0-4392-880B-2C2026F84F3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D200395-6734-4CE1-BF90-3C1E2737DFBF}" type="pres">
      <dgm:prSet presAssocID="{2737D6B5-E883-4765-A1D3-3C24B4DC8311}" presName="spacer" presStyleCnt="0"/>
      <dgm:spPr/>
    </dgm:pt>
    <dgm:pt modelId="{3A5DAF1E-0DA7-47DF-AD2D-FE81A0C6DC81}" type="pres">
      <dgm:prSet presAssocID="{8722A5C6-5EAA-4057-9182-83498470DA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60C8201-7D97-42D6-BCA4-8DE3E289E01F}" srcId="{1060CB43-5FB1-4FB1-9D20-B62F0A2F21BF}" destId="{10205303-43D1-4ADA-904C-0FAE712D1619}" srcOrd="1" destOrd="0" parTransId="{4AEA0DF5-CE39-4862-8D98-E82B1A5A5DE4}" sibTransId="{0F170780-0FB7-41D6-B2A3-A2E54B663332}"/>
    <dgm:cxn modelId="{F9936117-6A2B-40B9-B60C-39BD5A9695CA}" srcId="{1060CB43-5FB1-4FB1-9D20-B62F0A2F21BF}" destId="{35AF63A9-6D42-42DD-8BF3-A14EF47FDB4C}" srcOrd="0" destOrd="0" parTransId="{4133FA26-573E-4DF5-8021-C8B3520044FD}" sibTransId="{8C8F64CF-2C38-442D-AB6C-8831F5E7001D}"/>
    <dgm:cxn modelId="{6C3B0D26-A45E-40BF-8670-388D45D57F8D}" type="presOf" srcId="{10205303-43D1-4ADA-904C-0FAE712D1619}" destId="{9EBFB351-1249-4F31-82B5-9CF6C9126CA8}" srcOrd="0" destOrd="0" presId="urn:microsoft.com/office/officeart/2005/8/layout/vList2"/>
    <dgm:cxn modelId="{3B62673C-7CF1-4D37-BE8B-FD42F84D4AA0}" type="presOf" srcId="{8722A5C6-5EAA-4057-9182-83498470DA77}" destId="{3A5DAF1E-0DA7-47DF-AD2D-FE81A0C6DC81}" srcOrd="0" destOrd="0" presId="urn:microsoft.com/office/officeart/2005/8/layout/vList2"/>
    <dgm:cxn modelId="{67DC605F-50DC-4806-9267-24D356BF71C7}" srcId="{1060CB43-5FB1-4FB1-9D20-B62F0A2F21BF}" destId="{33D9E6A1-93F0-4392-880B-2C2026F84F36}" srcOrd="3" destOrd="0" parTransId="{BE75E632-0E6A-4842-B79E-2EB328173A48}" sibTransId="{2737D6B5-E883-4765-A1D3-3C24B4DC8311}"/>
    <dgm:cxn modelId="{0D125842-6262-44C0-BEB4-6A3DF4D766F0}" type="presOf" srcId="{35AF63A9-6D42-42DD-8BF3-A14EF47FDB4C}" destId="{3D6FABCA-FFCE-46E4-A7E7-621B59DF02DA}" srcOrd="0" destOrd="0" presId="urn:microsoft.com/office/officeart/2005/8/layout/vList2"/>
    <dgm:cxn modelId="{6A9A8B6B-A43F-486D-B7CA-CCD5D1C86DEB}" type="presOf" srcId="{33D9E6A1-93F0-4392-880B-2C2026F84F36}" destId="{4143806F-5A6C-46E7-96BA-D18AC27BD7B3}" srcOrd="0" destOrd="0" presId="urn:microsoft.com/office/officeart/2005/8/layout/vList2"/>
    <dgm:cxn modelId="{3EF71F81-C3BD-4C6E-93ED-C99D209BF8C5}" type="presOf" srcId="{81CA689F-B40E-4C61-9DF3-49D371392965}" destId="{05D8D041-89BE-42CF-A931-F50BC5A57E64}" srcOrd="0" destOrd="0" presId="urn:microsoft.com/office/officeart/2005/8/layout/vList2"/>
    <dgm:cxn modelId="{00E4E98E-B4D6-43B6-AE61-700A8EF7B5F1}" srcId="{1060CB43-5FB1-4FB1-9D20-B62F0A2F21BF}" destId="{8722A5C6-5EAA-4057-9182-83498470DA77}" srcOrd="4" destOrd="0" parTransId="{8A09195D-4B05-4C45-8D14-D655DC77A031}" sibTransId="{4871962E-C7EB-4427-BB21-98C18341FA7A}"/>
    <dgm:cxn modelId="{752C32DC-DD6B-43D9-B59C-E93C269E0AAC}" type="presOf" srcId="{1060CB43-5FB1-4FB1-9D20-B62F0A2F21BF}" destId="{13768D4B-B872-4975-B7E3-D1AABD1E11A5}" srcOrd="0" destOrd="0" presId="urn:microsoft.com/office/officeart/2005/8/layout/vList2"/>
    <dgm:cxn modelId="{A661C7EE-749D-4AAB-9066-49A9B9859F30}" srcId="{1060CB43-5FB1-4FB1-9D20-B62F0A2F21BF}" destId="{81CA689F-B40E-4C61-9DF3-49D371392965}" srcOrd="2" destOrd="0" parTransId="{F066436E-449C-4AE1-8AC0-8DDE1014347C}" sibTransId="{6776488D-8AD5-4BD8-89BC-4123AD72FAF6}"/>
    <dgm:cxn modelId="{DF10C6D0-2994-4BD9-B7BC-7E5EC83D51E0}" type="presParOf" srcId="{13768D4B-B872-4975-B7E3-D1AABD1E11A5}" destId="{3D6FABCA-FFCE-46E4-A7E7-621B59DF02DA}" srcOrd="0" destOrd="0" presId="urn:microsoft.com/office/officeart/2005/8/layout/vList2"/>
    <dgm:cxn modelId="{2885F984-5E6B-4930-B57B-AC711F01CBD3}" type="presParOf" srcId="{13768D4B-B872-4975-B7E3-D1AABD1E11A5}" destId="{91D3843D-A105-4999-A6E0-A34AF46FEEE5}" srcOrd="1" destOrd="0" presId="urn:microsoft.com/office/officeart/2005/8/layout/vList2"/>
    <dgm:cxn modelId="{37463414-17D4-4651-837B-C475A1FF55E6}" type="presParOf" srcId="{13768D4B-B872-4975-B7E3-D1AABD1E11A5}" destId="{9EBFB351-1249-4F31-82B5-9CF6C9126CA8}" srcOrd="2" destOrd="0" presId="urn:microsoft.com/office/officeart/2005/8/layout/vList2"/>
    <dgm:cxn modelId="{9074AA83-D786-4FE4-8A10-36E33AF43DBD}" type="presParOf" srcId="{13768D4B-B872-4975-B7E3-D1AABD1E11A5}" destId="{93582902-AA2C-4F01-A336-D20C25BDCD8B}" srcOrd="3" destOrd="0" presId="urn:microsoft.com/office/officeart/2005/8/layout/vList2"/>
    <dgm:cxn modelId="{FAB5AD86-25DA-496A-B892-E1921CE0F59B}" type="presParOf" srcId="{13768D4B-B872-4975-B7E3-D1AABD1E11A5}" destId="{05D8D041-89BE-42CF-A931-F50BC5A57E64}" srcOrd="4" destOrd="0" presId="urn:microsoft.com/office/officeart/2005/8/layout/vList2"/>
    <dgm:cxn modelId="{2F118FC1-B7E9-4E7F-BBE6-46BDCAFA91C1}" type="presParOf" srcId="{13768D4B-B872-4975-B7E3-D1AABD1E11A5}" destId="{832AA201-5A43-410A-BDB5-C1B8CFAFB52E}" srcOrd="5" destOrd="0" presId="urn:microsoft.com/office/officeart/2005/8/layout/vList2"/>
    <dgm:cxn modelId="{1A9853BD-F1A2-40C6-90B5-241CB552776D}" type="presParOf" srcId="{13768D4B-B872-4975-B7E3-D1AABD1E11A5}" destId="{4143806F-5A6C-46E7-96BA-D18AC27BD7B3}" srcOrd="6" destOrd="0" presId="urn:microsoft.com/office/officeart/2005/8/layout/vList2"/>
    <dgm:cxn modelId="{ADE24904-6E9E-455D-B25E-8658E95336E9}" type="presParOf" srcId="{13768D4B-B872-4975-B7E3-D1AABD1E11A5}" destId="{5D200395-6734-4CE1-BF90-3C1E2737DFBF}" srcOrd="7" destOrd="0" presId="urn:microsoft.com/office/officeart/2005/8/layout/vList2"/>
    <dgm:cxn modelId="{4EE06DB7-F56A-47DD-973C-2FA0464BAFC7}" type="presParOf" srcId="{13768D4B-B872-4975-B7E3-D1AABD1E11A5}" destId="{3A5DAF1E-0DA7-47DF-AD2D-FE81A0C6DC8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CB151-F909-45AE-879E-12905CE4D2E6}">
      <dsp:nvSpPr>
        <dsp:cNvPr id="0" name=""/>
        <dsp:cNvSpPr/>
      </dsp:nvSpPr>
      <dsp:spPr>
        <a:xfrm>
          <a:off x="0" y="0"/>
          <a:ext cx="3257550" cy="440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Arial Nova" panose="020B0504020202020204" pitchFamily="34" charset="0"/>
            </a:rPr>
            <a:t>Objectif</a:t>
          </a:r>
          <a:r>
            <a:rPr lang="en-US" sz="1800" kern="1200" dirty="0">
              <a:latin typeface="Arial Nova" panose="020B0504020202020204" pitchFamily="34" charset="0"/>
            </a:rPr>
            <a:t> 1</a:t>
          </a:r>
        </a:p>
      </dsp:txBody>
      <dsp:txXfrm>
        <a:off x="0" y="0"/>
        <a:ext cx="3257550" cy="440340"/>
      </dsp:txXfrm>
    </dsp:sp>
    <dsp:sp modelId="{2869FB5A-A436-4FA4-AB97-AA2EEE5BA013}">
      <dsp:nvSpPr>
        <dsp:cNvPr id="0" name=""/>
        <dsp:cNvSpPr/>
      </dsp:nvSpPr>
      <dsp:spPr>
        <a:xfrm>
          <a:off x="0" y="440340"/>
          <a:ext cx="3257550" cy="2760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1" kern="1200" dirty="0">
              <a:latin typeface="Arial Nova" panose="020B0504020202020204" pitchFamily="34" charset="0"/>
            </a:rPr>
            <a:t>Lutte contre la contrefaçon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0" y="440340"/>
        <a:ext cx="3257550" cy="2760059"/>
      </dsp:txXfrm>
    </dsp:sp>
    <dsp:sp modelId="{C851A7CE-7275-48E1-820D-E3BAF20C2A8B}">
      <dsp:nvSpPr>
        <dsp:cNvPr id="0" name=""/>
        <dsp:cNvSpPr/>
      </dsp:nvSpPr>
      <dsp:spPr>
        <a:xfrm>
          <a:off x="3583305" y="0"/>
          <a:ext cx="3257550" cy="440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Arial Nova" panose="020B0504020202020204" pitchFamily="34" charset="0"/>
            </a:rPr>
            <a:t>Objectif 2</a:t>
          </a:r>
        </a:p>
      </dsp:txBody>
      <dsp:txXfrm>
        <a:off x="3583305" y="0"/>
        <a:ext cx="3257550" cy="440340"/>
      </dsp:txXfrm>
    </dsp:sp>
    <dsp:sp modelId="{9E6D7648-4DAF-47CB-A00E-1E566079F582}">
      <dsp:nvSpPr>
        <dsp:cNvPr id="0" name=""/>
        <dsp:cNvSpPr/>
      </dsp:nvSpPr>
      <dsp:spPr>
        <a:xfrm>
          <a:off x="3583305" y="440340"/>
          <a:ext cx="3257550" cy="2760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1" kern="1200" dirty="0">
              <a:latin typeface="Arial Nova" panose="020B0504020202020204" pitchFamily="34" charset="0"/>
            </a:rPr>
            <a:t>Classification automatique des billets 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3583305" y="440340"/>
        <a:ext cx="3257550" cy="2760059"/>
      </dsp:txXfrm>
    </dsp:sp>
    <dsp:sp modelId="{321B6D83-A9D1-4319-8221-686E4AD15C7E}">
      <dsp:nvSpPr>
        <dsp:cNvPr id="0" name=""/>
        <dsp:cNvSpPr/>
      </dsp:nvSpPr>
      <dsp:spPr>
        <a:xfrm>
          <a:off x="7166610" y="0"/>
          <a:ext cx="3257550" cy="440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400" kern="1200" dirty="0">
              <a:latin typeface="Arial Nova" panose="020B0504020202020204" pitchFamily="34" charset="0"/>
            </a:rPr>
            <a:t>Objectif 3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7166610" y="0"/>
        <a:ext cx="3257550" cy="440340"/>
      </dsp:txXfrm>
    </dsp:sp>
    <dsp:sp modelId="{5897ADCC-D0A5-4F79-9FF2-AAEF79468E47}">
      <dsp:nvSpPr>
        <dsp:cNvPr id="0" name=""/>
        <dsp:cNvSpPr/>
      </dsp:nvSpPr>
      <dsp:spPr>
        <a:xfrm>
          <a:off x="7166610" y="440340"/>
          <a:ext cx="3257550" cy="2760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30480" rIns="30480" bIns="3048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1" kern="1200" dirty="0">
              <a:latin typeface="Arial Nova" panose="020B0504020202020204" pitchFamily="34" charset="0"/>
            </a:rPr>
            <a:t>Détecter un maximum de faux billets</a:t>
          </a:r>
          <a:r>
            <a:rPr lang="fr-FR" sz="1400" i="1" kern="1200" dirty="0">
              <a:latin typeface="Arial Nova" panose="020B0504020202020204" pitchFamily="34" charset="0"/>
            </a:rPr>
            <a:t>​</a:t>
          </a:r>
          <a:endParaRPr lang="en-US" sz="1400" kern="1200" dirty="0">
            <a:latin typeface="Arial Nova" panose="020B0504020202020204" pitchFamily="34" charset="0"/>
          </a:endParaRPr>
        </a:p>
      </dsp:txBody>
      <dsp:txXfrm>
        <a:off x="7166610" y="440340"/>
        <a:ext cx="3257550" cy="2760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9F691-3300-4F26-B468-070A431D98F0}">
      <dsp:nvSpPr>
        <dsp:cNvPr id="0" name=""/>
        <dsp:cNvSpPr/>
      </dsp:nvSpPr>
      <dsp:spPr>
        <a:xfrm>
          <a:off x="0" y="0"/>
          <a:ext cx="1929080" cy="567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000" b="1" kern="1200" dirty="0">
              <a:latin typeface="Arial Nova" panose="020B0504020202020204" pitchFamily="34" charset="0"/>
            </a:rPr>
            <a:t>1500 BILLETS</a:t>
          </a:r>
          <a:endParaRPr lang="en-US" sz="2000" b="1" kern="1200" dirty="0">
            <a:latin typeface="Arial Nova" panose="020B0504020202020204" pitchFamily="34" charset="0"/>
          </a:endParaRPr>
        </a:p>
      </dsp:txBody>
      <dsp:txXfrm>
        <a:off x="0" y="0"/>
        <a:ext cx="1929080" cy="567004"/>
      </dsp:txXfrm>
    </dsp:sp>
    <dsp:sp modelId="{39BEC36C-7A22-41FA-9739-201DC0FE9312}">
      <dsp:nvSpPr>
        <dsp:cNvPr id="0" name=""/>
        <dsp:cNvSpPr/>
      </dsp:nvSpPr>
      <dsp:spPr>
        <a:xfrm>
          <a:off x="0" y="567004"/>
          <a:ext cx="1929080" cy="242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FE9D40-2C3F-4862-8FBC-3A39D898FCA8}">
      <dsp:nvSpPr>
        <dsp:cNvPr id="0" name=""/>
        <dsp:cNvSpPr/>
      </dsp:nvSpPr>
      <dsp:spPr>
        <a:xfrm>
          <a:off x="2121988" y="0"/>
          <a:ext cx="1929080" cy="567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700" b="1" kern="1200" dirty="0">
              <a:latin typeface="Arial Nova" panose="020B0504020202020204" pitchFamily="34" charset="0"/>
            </a:rPr>
            <a:t>1000 AUTHENTIQUES</a:t>
          </a:r>
          <a:endParaRPr lang="en-US" sz="1700" b="1" kern="1200" dirty="0">
            <a:latin typeface="Arial Nova" panose="020B0504020202020204" pitchFamily="34" charset="0"/>
          </a:endParaRPr>
        </a:p>
      </dsp:txBody>
      <dsp:txXfrm>
        <a:off x="2121988" y="0"/>
        <a:ext cx="1929080" cy="567004"/>
      </dsp:txXfrm>
    </dsp:sp>
    <dsp:sp modelId="{3B1E442F-EC69-48EE-8A00-E15AF1E54587}">
      <dsp:nvSpPr>
        <dsp:cNvPr id="0" name=""/>
        <dsp:cNvSpPr/>
      </dsp:nvSpPr>
      <dsp:spPr>
        <a:xfrm>
          <a:off x="2121988" y="567004"/>
          <a:ext cx="1929080" cy="242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55245D-E950-4109-9229-7A053D7AB43D}">
      <dsp:nvSpPr>
        <dsp:cNvPr id="0" name=""/>
        <dsp:cNvSpPr/>
      </dsp:nvSpPr>
      <dsp:spPr>
        <a:xfrm>
          <a:off x="4243976" y="0"/>
          <a:ext cx="1929080" cy="567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700" b="1" kern="1200" dirty="0">
              <a:latin typeface="Arial Nova" panose="020B0504020202020204" pitchFamily="34" charset="0"/>
            </a:rPr>
            <a:t>500 FAUX</a:t>
          </a:r>
          <a:endParaRPr lang="en-US" sz="1700" b="1" kern="1200" dirty="0">
            <a:latin typeface="Arial Nova" panose="020B0504020202020204" pitchFamily="34" charset="0"/>
          </a:endParaRPr>
        </a:p>
      </dsp:txBody>
      <dsp:txXfrm>
        <a:off x="4243976" y="0"/>
        <a:ext cx="1929080" cy="567004"/>
      </dsp:txXfrm>
    </dsp:sp>
    <dsp:sp modelId="{598CDC6B-9CAB-4C8F-906A-E44891F28B67}">
      <dsp:nvSpPr>
        <dsp:cNvPr id="0" name=""/>
        <dsp:cNvSpPr/>
      </dsp:nvSpPr>
      <dsp:spPr>
        <a:xfrm>
          <a:off x="4243976" y="567004"/>
          <a:ext cx="1929080" cy="242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4CE00-24E9-4666-BDC8-E38C628026D5}">
      <dsp:nvSpPr>
        <dsp:cNvPr id="0" name=""/>
        <dsp:cNvSpPr/>
      </dsp:nvSpPr>
      <dsp:spPr>
        <a:xfrm>
          <a:off x="6365965" y="0"/>
          <a:ext cx="1929080" cy="567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700" b="1" kern="1200" dirty="0">
              <a:latin typeface="Arial Nova" panose="020B0504020202020204" pitchFamily="34" charset="0"/>
            </a:rPr>
            <a:t>6 VARIABLES GEOMETRIQUES</a:t>
          </a:r>
          <a:endParaRPr lang="en-US" sz="1700" b="1" kern="1200" dirty="0">
            <a:latin typeface="Arial Nova" panose="020B0504020202020204" pitchFamily="34" charset="0"/>
          </a:endParaRPr>
        </a:p>
      </dsp:txBody>
      <dsp:txXfrm>
        <a:off x="6365965" y="0"/>
        <a:ext cx="1929080" cy="567004"/>
      </dsp:txXfrm>
    </dsp:sp>
    <dsp:sp modelId="{B28A8B6F-13E9-4812-9127-3FE99F67E968}">
      <dsp:nvSpPr>
        <dsp:cNvPr id="0" name=""/>
        <dsp:cNvSpPr/>
      </dsp:nvSpPr>
      <dsp:spPr>
        <a:xfrm>
          <a:off x="6365965" y="567004"/>
          <a:ext cx="1929080" cy="242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94ABFE-0D97-48AD-83ED-A1F678D4AD12}">
      <dsp:nvSpPr>
        <dsp:cNvPr id="0" name=""/>
        <dsp:cNvSpPr/>
      </dsp:nvSpPr>
      <dsp:spPr>
        <a:xfrm>
          <a:off x="8487953" y="0"/>
          <a:ext cx="1929080" cy="567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1590" rIns="21590" bIns="2159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700" b="1" kern="1200" dirty="0">
              <a:latin typeface="Arial Nova" panose="020B0504020202020204" pitchFamily="34" charset="0"/>
            </a:rPr>
            <a:t>CIBLE : </a:t>
          </a:r>
          <a:r>
            <a:rPr lang="fr-FR" sz="1700" b="1" kern="1200" dirty="0" err="1">
              <a:latin typeface="Arial Nova" panose="020B0504020202020204" pitchFamily="34" charset="0"/>
            </a:rPr>
            <a:t>is_genuine</a:t>
          </a:r>
          <a:endParaRPr lang="en-US" sz="1700" b="1" kern="1200" dirty="0">
            <a:latin typeface="Arial Nova" panose="020B0504020202020204" pitchFamily="34" charset="0"/>
          </a:endParaRPr>
        </a:p>
      </dsp:txBody>
      <dsp:txXfrm>
        <a:off x="8487953" y="0"/>
        <a:ext cx="1929080" cy="567004"/>
      </dsp:txXfrm>
    </dsp:sp>
    <dsp:sp modelId="{4926CEF1-C681-45A9-A9C3-57AB8143743F}">
      <dsp:nvSpPr>
        <dsp:cNvPr id="0" name=""/>
        <dsp:cNvSpPr/>
      </dsp:nvSpPr>
      <dsp:spPr>
        <a:xfrm>
          <a:off x="8487953" y="567004"/>
          <a:ext cx="1929080" cy="242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4CA6F-8781-4B59-9D96-0D5B64E4B035}">
      <dsp:nvSpPr>
        <dsp:cNvPr id="0" name=""/>
        <dsp:cNvSpPr/>
      </dsp:nvSpPr>
      <dsp:spPr>
        <a:xfrm>
          <a:off x="303104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800" kern="1200" dirty="0">
              <a:latin typeface="Arial Nova" panose="020B0504020202020204" pitchFamily="34" charset="0"/>
            </a:rPr>
            <a:t>Données</a:t>
          </a:r>
        </a:p>
      </dsp:txBody>
      <dsp:txXfrm>
        <a:off x="331954" y="2195849"/>
        <a:ext cx="1494352" cy="533300"/>
      </dsp:txXfrm>
    </dsp:sp>
    <dsp:sp modelId="{5D5B603C-6B80-4770-BA00-60FDAF3177C0}">
      <dsp:nvSpPr>
        <dsp:cNvPr id="0" name=""/>
        <dsp:cNvSpPr/>
      </dsp:nvSpPr>
      <dsp:spPr>
        <a:xfrm>
          <a:off x="1316" y="0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52818-C3D3-4B83-BF6E-8414ED124F13}">
      <dsp:nvSpPr>
        <dsp:cNvPr id="0" name=""/>
        <dsp:cNvSpPr/>
      </dsp:nvSpPr>
      <dsp:spPr>
        <a:xfrm>
          <a:off x="1855156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4C6C8-96C5-4DE0-A290-982D6A6C4424}">
      <dsp:nvSpPr>
        <dsp:cNvPr id="0" name=""/>
        <dsp:cNvSpPr/>
      </dsp:nvSpPr>
      <dsp:spPr>
        <a:xfrm>
          <a:off x="1079130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09DD58-3AD3-49A6-BDBF-CDA9D7C98FCC}">
      <dsp:nvSpPr>
        <dsp:cNvPr id="0" name=""/>
        <dsp:cNvSpPr/>
      </dsp:nvSpPr>
      <dsp:spPr>
        <a:xfrm>
          <a:off x="2458732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>
              <a:latin typeface="Arial Nova" panose="020B0504020202020204" pitchFamily="34" charset="0"/>
            </a:rPr>
            <a:t>PRE TRAITEMENT</a:t>
          </a:r>
        </a:p>
      </dsp:txBody>
      <dsp:txXfrm>
        <a:off x="2487582" y="2195849"/>
        <a:ext cx="1494352" cy="533300"/>
      </dsp:txXfrm>
    </dsp:sp>
    <dsp:sp modelId="{FF597A2F-8D56-41CB-9AD0-6F5A3DF506EB}">
      <dsp:nvSpPr>
        <dsp:cNvPr id="0" name=""/>
        <dsp:cNvSpPr/>
      </dsp:nvSpPr>
      <dsp:spPr>
        <a:xfrm>
          <a:off x="2156944" y="3348999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4F57FF-DE03-48F4-BDD1-76BCF5ACD6DC}">
      <dsp:nvSpPr>
        <dsp:cNvPr id="0" name=""/>
        <dsp:cNvSpPr/>
      </dsp:nvSpPr>
      <dsp:spPr>
        <a:xfrm>
          <a:off x="4010785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E054F-2E51-40DB-B2AF-2EB1445C5AA9}">
      <dsp:nvSpPr>
        <dsp:cNvPr id="0" name=""/>
        <dsp:cNvSpPr/>
      </dsp:nvSpPr>
      <dsp:spPr>
        <a:xfrm>
          <a:off x="3234759" y="27579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D7930-90C1-4C7E-B498-D61B869B70EC}">
      <dsp:nvSpPr>
        <dsp:cNvPr id="0" name=""/>
        <dsp:cNvSpPr/>
      </dsp:nvSpPr>
      <dsp:spPr>
        <a:xfrm>
          <a:off x="4614361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>
              <a:latin typeface="Arial Nova" panose="020B0504020202020204" pitchFamily="34" charset="0"/>
            </a:rPr>
            <a:t>ENTRAINEMENT</a:t>
          </a:r>
        </a:p>
      </dsp:txBody>
      <dsp:txXfrm>
        <a:off x="4643211" y="2195849"/>
        <a:ext cx="1494352" cy="533300"/>
      </dsp:txXfrm>
    </dsp:sp>
    <dsp:sp modelId="{BBD96DDB-B18D-46C7-9E9E-99EF289D23D0}">
      <dsp:nvSpPr>
        <dsp:cNvPr id="0" name=""/>
        <dsp:cNvSpPr/>
      </dsp:nvSpPr>
      <dsp:spPr>
        <a:xfrm>
          <a:off x="4312573" y="0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60E4E9-C4D4-4356-8710-539B18823845}">
      <dsp:nvSpPr>
        <dsp:cNvPr id="0" name=""/>
        <dsp:cNvSpPr/>
      </dsp:nvSpPr>
      <dsp:spPr>
        <a:xfrm>
          <a:off x="6166414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78DA7-7963-4FF1-860C-1CBD678F1F73}">
      <dsp:nvSpPr>
        <dsp:cNvPr id="0" name=""/>
        <dsp:cNvSpPr/>
      </dsp:nvSpPr>
      <dsp:spPr>
        <a:xfrm>
          <a:off x="5390388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A45056-D924-4B65-A451-04C30F67AE10}">
      <dsp:nvSpPr>
        <dsp:cNvPr id="0" name=""/>
        <dsp:cNvSpPr/>
      </dsp:nvSpPr>
      <dsp:spPr>
        <a:xfrm>
          <a:off x="6769990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>
              <a:latin typeface="Arial Nova" panose="020B0504020202020204" pitchFamily="34" charset="0"/>
            </a:rPr>
            <a:t>PREDICTION</a:t>
          </a:r>
        </a:p>
      </dsp:txBody>
      <dsp:txXfrm>
        <a:off x="6798840" y="2195849"/>
        <a:ext cx="1494352" cy="533300"/>
      </dsp:txXfrm>
    </dsp:sp>
    <dsp:sp modelId="{1268DC99-B065-4F02-B12E-4D0B188E9E4B}">
      <dsp:nvSpPr>
        <dsp:cNvPr id="0" name=""/>
        <dsp:cNvSpPr/>
      </dsp:nvSpPr>
      <dsp:spPr>
        <a:xfrm>
          <a:off x="6468202" y="3348999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3218E2-A1A7-437E-9D70-3BF936C8386D}">
      <dsp:nvSpPr>
        <dsp:cNvPr id="0" name=""/>
        <dsp:cNvSpPr/>
      </dsp:nvSpPr>
      <dsp:spPr>
        <a:xfrm>
          <a:off x="8322043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9773B-E137-4685-929B-E1590F0A56DD}">
      <dsp:nvSpPr>
        <dsp:cNvPr id="0" name=""/>
        <dsp:cNvSpPr/>
      </dsp:nvSpPr>
      <dsp:spPr>
        <a:xfrm>
          <a:off x="7546016" y="27579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92B7CB-A3C2-40F8-AF3E-C6D26C1183A4}">
      <dsp:nvSpPr>
        <dsp:cNvPr id="0" name=""/>
        <dsp:cNvSpPr/>
      </dsp:nvSpPr>
      <dsp:spPr>
        <a:xfrm>
          <a:off x="8925619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500" kern="1200" dirty="0">
              <a:latin typeface="Arial Nova" panose="020B0504020202020204" pitchFamily="34" charset="0"/>
            </a:rPr>
            <a:t>EVALUATION</a:t>
          </a:r>
        </a:p>
      </dsp:txBody>
      <dsp:txXfrm>
        <a:off x="8954469" y="2195849"/>
        <a:ext cx="1494352" cy="533300"/>
      </dsp:txXfrm>
    </dsp:sp>
    <dsp:sp modelId="{3F2A013C-F87A-4932-8081-24F3677D5A86}">
      <dsp:nvSpPr>
        <dsp:cNvPr id="0" name=""/>
        <dsp:cNvSpPr/>
      </dsp:nvSpPr>
      <dsp:spPr>
        <a:xfrm>
          <a:off x="8623831" y="0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3C8251-D4EA-4EED-9192-5FA2616838E8}">
      <dsp:nvSpPr>
        <dsp:cNvPr id="0" name=""/>
        <dsp:cNvSpPr/>
      </dsp:nvSpPr>
      <dsp:spPr>
        <a:xfrm>
          <a:off x="9701645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4CA6F-8781-4B59-9D96-0D5B64E4B035}">
      <dsp:nvSpPr>
        <dsp:cNvPr id="0" name=""/>
        <dsp:cNvSpPr/>
      </dsp:nvSpPr>
      <dsp:spPr>
        <a:xfrm>
          <a:off x="303104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800" kern="1200" dirty="0">
              <a:latin typeface="Arial Nova" panose="020B0504020202020204" pitchFamily="34" charset="0"/>
            </a:rPr>
            <a:t>CSV</a:t>
          </a:r>
        </a:p>
      </dsp:txBody>
      <dsp:txXfrm>
        <a:off x="331954" y="2195849"/>
        <a:ext cx="1494352" cy="533300"/>
      </dsp:txXfrm>
    </dsp:sp>
    <dsp:sp modelId="{5D5B603C-6B80-4770-BA00-60FDAF3177C0}">
      <dsp:nvSpPr>
        <dsp:cNvPr id="0" name=""/>
        <dsp:cNvSpPr/>
      </dsp:nvSpPr>
      <dsp:spPr>
        <a:xfrm>
          <a:off x="1316" y="0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52818-C3D3-4B83-BF6E-8414ED124F13}">
      <dsp:nvSpPr>
        <dsp:cNvPr id="0" name=""/>
        <dsp:cNvSpPr/>
      </dsp:nvSpPr>
      <dsp:spPr>
        <a:xfrm>
          <a:off x="1855156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4C6C8-96C5-4DE0-A290-982D6A6C4424}">
      <dsp:nvSpPr>
        <dsp:cNvPr id="0" name=""/>
        <dsp:cNvSpPr/>
      </dsp:nvSpPr>
      <dsp:spPr>
        <a:xfrm>
          <a:off x="1079130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09DD58-3AD3-49A6-BDBF-CDA9D7C98FCC}">
      <dsp:nvSpPr>
        <dsp:cNvPr id="0" name=""/>
        <dsp:cNvSpPr/>
      </dsp:nvSpPr>
      <dsp:spPr>
        <a:xfrm>
          <a:off x="2458732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>
              <a:latin typeface="Arial Nova" panose="020B0504020202020204" pitchFamily="34" charset="0"/>
            </a:rPr>
            <a:t>IMPUTATION</a:t>
          </a:r>
        </a:p>
      </dsp:txBody>
      <dsp:txXfrm>
        <a:off x="2487582" y="2195849"/>
        <a:ext cx="1494352" cy="533300"/>
      </dsp:txXfrm>
    </dsp:sp>
    <dsp:sp modelId="{FF597A2F-8D56-41CB-9AD0-6F5A3DF506EB}">
      <dsp:nvSpPr>
        <dsp:cNvPr id="0" name=""/>
        <dsp:cNvSpPr/>
      </dsp:nvSpPr>
      <dsp:spPr>
        <a:xfrm>
          <a:off x="2156944" y="3348999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4F57FF-DE03-48F4-BDD1-76BCF5ACD6DC}">
      <dsp:nvSpPr>
        <dsp:cNvPr id="0" name=""/>
        <dsp:cNvSpPr/>
      </dsp:nvSpPr>
      <dsp:spPr>
        <a:xfrm>
          <a:off x="4010785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E054F-2E51-40DB-B2AF-2EB1445C5AA9}">
      <dsp:nvSpPr>
        <dsp:cNvPr id="0" name=""/>
        <dsp:cNvSpPr/>
      </dsp:nvSpPr>
      <dsp:spPr>
        <a:xfrm>
          <a:off x="3234759" y="27579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D7930-90C1-4C7E-B498-D61B869B70EC}">
      <dsp:nvSpPr>
        <dsp:cNvPr id="0" name=""/>
        <dsp:cNvSpPr/>
      </dsp:nvSpPr>
      <dsp:spPr>
        <a:xfrm>
          <a:off x="4614361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>
              <a:latin typeface="Arial Nova" panose="020B0504020202020204" pitchFamily="34" charset="0"/>
            </a:rPr>
            <a:t>STANDARDISATION</a:t>
          </a:r>
        </a:p>
      </dsp:txBody>
      <dsp:txXfrm>
        <a:off x="4643211" y="2195849"/>
        <a:ext cx="1494352" cy="533300"/>
      </dsp:txXfrm>
    </dsp:sp>
    <dsp:sp modelId="{BBD96DDB-B18D-46C7-9E9E-99EF289D23D0}">
      <dsp:nvSpPr>
        <dsp:cNvPr id="0" name=""/>
        <dsp:cNvSpPr/>
      </dsp:nvSpPr>
      <dsp:spPr>
        <a:xfrm>
          <a:off x="4312573" y="0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60E4E9-C4D4-4356-8710-539B18823845}">
      <dsp:nvSpPr>
        <dsp:cNvPr id="0" name=""/>
        <dsp:cNvSpPr/>
      </dsp:nvSpPr>
      <dsp:spPr>
        <a:xfrm>
          <a:off x="6166414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78DA7-7963-4FF1-860C-1CBD678F1F73}">
      <dsp:nvSpPr>
        <dsp:cNvPr id="0" name=""/>
        <dsp:cNvSpPr/>
      </dsp:nvSpPr>
      <dsp:spPr>
        <a:xfrm>
          <a:off x="5390388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A45056-D924-4B65-A451-04C30F67AE10}">
      <dsp:nvSpPr>
        <dsp:cNvPr id="0" name=""/>
        <dsp:cNvSpPr/>
      </dsp:nvSpPr>
      <dsp:spPr>
        <a:xfrm>
          <a:off x="6769990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>
              <a:latin typeface="Arial Nova" panose="020B0504020202020204" pitchFamily="34" charset="0"/>
            </a:rPr>
            <a:t>REGRESSION LOGISTIQUE</a:t>
          </a:r>
        </a:p>
      </dsp:txBody>
      <dsp:txXfrm>
        <a:off x="6798840" y="2195849"/>
        <a:ext cx="1494352" cy="533300"/>
      </dsp:txXfrm>
    </dsp:sp>
    <dsp:sp modelId="{1268DC99-B065-4F02-B12E-4D0B188E9E4B}">
      <dsp:nvSpPr>
        <dsp:cNvPr id="0" name=""/>
        <dsp:cNvSpPr/>
      </dsp:nvSpPr>
      <dsp:spPr>
        <a:xfrm>
          <a:off x="6468202" y="3348999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3218E2-A1A7-437E-9D70-3BF936C8386D}">
      <dsp:nvSpPr>
        <dsp:cNvPr id="0" name=""/>
        <dsp:cNvSpPr/>
      </dsp:nvSpPr>
      <dsp:spPr>
        <a:xfrm>
          <a:off x="8322043" y="2462499"/>
          <a:ext cx="603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3576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9773B-E137-4685-929B-E1590F0A56DD}">
      <dsp:nvSpPr>
        <dsp:cNvPr id="0" name=""/>
        <dsp:cNvSpPr/>
      </dsp:nvSpPr>
      <dsp:spPr>
        <a:xfrm>
          <a:off x="7546016" y="27579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92B7CB-A3C2-40F8-AF3E-C6D26C1183A4}">
      <dsp:nvSpPr>
        <dsp:cNvPr id="0" name=""/>
        <dsp:cNvSpPr/>
      </dsp:nvSpPr>
      <dsp:spPr>
        <a:xfrm>
          <a:off x="8925619" y="2166999"/>
          <a:ext cx="1552052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600" kern="1200" dirty="0">
              <a:latin typeface="Arial Nova" panose="020B0504020202020204" pitchFamily="34" charset="0"/>
            </a:rPr>
            <a:t>TRUE/FALSE</a:t>
          </a:r>
        </a:p>
      </dsp:txBody>
      <dsp:txXfrm>
        <a:off x="8954469" y="2195849"/>
        <a:ext cx="1494352" cy="533300"/>
      </dsp:txXfrm>
    </dsp:sp>
    <dsp:sp modelId="{3F2A013C-F87A-4932-8081-24F3677D5A86}">
      <dsp:nvSpPr>
        <dsp:cNvPr id="0" name=""/>
        <dsp:cNvSpPr/>
      </dsp:nvSpPr>
      <dsp:spPr>
        <a:xfrm>
          <a:off x="8623831" y="0"/>
          <a:ext cx="2155628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3C8251-D4EA-4EED-9192-5FA2616838E8}">
      <dsp:nvSpPr>
        <dsp:cNvPr id="0" name=""/>
        <dsp:cNvSpPr/>
      </dsp:nvSpPr>
      <dsp:spPr>
        <a:xfrm>
          <a:off x="9701645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FABCA-FFCE-46E4-A7E7-621B59DF02DA}">
      <dsp:nvSpPr>
        <dsp:cNvPr id="0" name=""/>
        <dsp:cNvSpPr/>
      </dsp:nvSpPr>
      <dsp:spPr>
        <a:xfrm>
          <a:off x="0" y="70574"/>
          <a:ext cx="6260154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Arial Nova" panose="020B0504020202020204" pitchFamily="34" charset="0"/>
            </a:rPr>
            <a:t>ALGORITHME OPERATIONNEL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46541" y="117115"/>
        <a:ext cx="6167072" cy="860321"/>
      </dsp:txXfrm>
    </dsp:sp>
    <dsp:sp modelId="{9EBFB351-1249-4F31-82B5-9CF6C9126CA8}">
      <dsp:nvSpPr>
        <dsp:cNvPr id="0" name=""/>
        <dsp:cNvSpPr/>
      </dsp:nvSpPr>
      <dsp:spPr>
        <a:xfrm>
          <a:off x="0" y="1093098"/>
          <a:ext cx="6260154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Arial Nova" panose="020B0504020202020204" pitchFamily="34" charset="0"/>
            </a:rPr>
            <a:t>TRES BONNES PERFORMANCES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46541" y="1139639"/>
        <a:ext cx="6167072" cy="860321"/>
      </dsp:txXfrm>
    </dsp:sp>
    <dsp:sp modelId="{05D8D041-89BE-42CF-A931-F50BC5A57E64}">
      <dsp:nvSpPr>
        <dsp:cNvPr id="0" name=""/>
        <dsp:cNvSpPr/>
      </dsp:nvSpPr>
      <dsp:spPr>
        <a:xfrm>
          <a:off x="0" y="2115622"/>
          <a:ext cx="6260154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Arial Nova" panose="020B0504020202020204" pitchFamily="34" charset="0"/>
            </a:rPr>
            <a:t>98% DES FAUX BILLETS DETECTES SUR LE TEST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46541" y="2162163"/>
        <a:ext cx="6167072" cy="860321"/>
      </dsp:txXfrm>
    </dsp:sp>
    <dsp:sp modelId="{4143806F-5A6C-46E7-96BA-D18AC27BD7B3}">
      <dsp:nvSpPr>
        <dsp:cNvPr id="0" name=""/>
        <dsp:cNvSpPr/>
      </dsp:nvSpPr>
      <dsp:spPr>
        <a:xfrm>
          <a:off x="0" y="3138145"/>
          <a:ext cx="6260154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Arial Nova" panose="020B0504020202020204" pitchFamily="34" charset="0"/>
            </a:rPr>
            <a:t>APPLICATION A DE NOUVELLES DONNEES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46541" y="3184686"/>
        <a:ext cx="6167072" cy="860321"/>
      </dsp:txXfrm>
    </dsp:sp>
    <dsp:sp modelId="{3A5DAF1E-0DA7-47DF-AD2D-FE81A0C6DC81}">
      <dsp:nvSpPr>
        <dsp:cNvPr id="0" name=""/>
        <dsp:cNvSpPr/>
      </dsp:nvSpPr>
      <dsp:spPr>
        <a:xfrm>
          <a:off x="0" y="4160669"/>
          <a:ext cx="6260154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Arial Nova" panose="020B0504020202020204" pitchFamily="34" charset="0"/>
            </a:rPr>
            <a:t>DEMONSTRATION EN DIRECT</a:t>
          </a:r>
          <a:endParaRPr lang="en-US" sz="2400" kern="1200" dirty="0">
            <a:latin typeface="Arial Nova" panose="020B0504020202020204" pitchFamily="34" charset="0"/>
          </a:endParaRPr>
        </a:p>
      </dsp:txBody>
      <dsp:txXfrm>
        <a:off x="46541" y="4207210"/>
        <a:ext cx="6167072" cy="860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BlockTimeline">
  <dgm:title val="Block Timeline"/>
  <dgm:desc val="Displays events in chronological order. Each event should have a date of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16"/>
      <dgm:constr type="primFontSz" for="des" forName="Childtext1" val="14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0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6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roundRect" r:blip="">
                    <dgm:adjLst/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5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"/>
            <dgm:constr type="bMarg" refType="primFontSz" fact="0"/>
          </dgm:constrLst>
          <dgm:presOf axis="ch" ptType="node"/>
          <dgm:ruleLst>
            <dgm:rule type="primFontSz" val="5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9525"/>
                </dgm1612:spPr>
              </a:ext>
            </dgm:extLst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  <dgm:extLst>
              <a:ext uri="{B698B0E9-8C71-41B9-8309-B3DCBF30829C}">
                <dgm1612:spPr xmlns:dgm1612="http://schemas.microsoft.com/office/drawing/2016/12/diagram">
                  <a:ln w="12700"/>
                </dgm1612:spPr>
              </a:ext>
            </dgm:extLst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BlockTimeline">
  <dgm:title val="Block Timeline"/>
  <dgm:desc val="Displays events in chronological order. Each event should have a date of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16"/>
      <dgm:constr type="primFontSz" for="des" forName="Childtext1" val="14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0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6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roundRect" r:blip="">
                    <dgm:adjLst/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5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"/>
            <dgm:constr type="bMarg" refType="primFontSz" fact="0"/>
          </dgm:constrLst>
          <dgm:presOf axis="ch" ptType="node"/>
          <dgm:ruleLst>
            <dgm:rule type="primFontSz" val="5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9525"/>
                </dgm1612:spPr>
              </a:ext>
            </dgm:extLst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  <dgm:extLst>
              <a:ext uri="{B698B0E9-8C71-41B9-8309-B3DCBF30829C}">
                <dgm1612:spPr xmlns:dgm1612="http://schemas.microsoft.com/office/drawing/2016/12/diagram">
                  <a:ln w="12700"/>
                </dgm1612:spPr>
              </a:ext>
            </dgm:extLst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26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0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81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92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01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6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4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00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29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76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3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04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80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50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9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60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93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2769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09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93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07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66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2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673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180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315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16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09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7FFA2-84EB-BB54-52A3-593C6ABD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 anchor="b">
            <a:normAutofit/>
          </a:bodyPr>
          <a:lstStyle/>
          <a:p>
            <a:r>
              <a:rPr lang="fr-FR" dirty="0">
                <a:latin typeface="Arial Nova" panose="020B0504020202020204" pitchFamily="34" charset="0"/>
                <a:cs typeface="Arial" panose="020B0604020202020204" pitchFamily="34" charset="0"/>
              </a:rPr>
              <a:t>DETECTION AUTOMATIQUE DE FAUX BILLETS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DA94EF-CB47-34E0-0A9B-848E1761E2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Arial Nova" panose="020B0504020202020204" pitchFamily="34" charset="0"/>
              </a:rPr>
              <a:t>Ines Belhoussine Data </a:t>
            </a:r>
            <a:r>
              <a:rPr lang="fr-FR" dirty="0" err="1">
                <a:latin typeface="Arial Nova" panose="020B0504020202020204" pitchFamily="34" charset="0"/>
              </a:rPr>
              <a:t>analyst</a:t>
            </a:r>
            <a:endParaRPr lang="fr-FR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48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A64CE2-0D6F-3350-093E-766E668C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9293352" cy="1133856"/>
          </a:xfrm>
        </p:spPr>
        <p:txBody>
          <a:bodyPr anchor="b">
            <a:normAutofit/>
          </a:bodyPr>
          <a:lstStyle/>
          <a:p>
            <a:r>
              <a:rPr lang="fr-FR" dirty="0">
                <a:latin typeface="Arial Nova" panose="020B0504020202020204" pitchFamily="34" charset="0"/>
              </a:rPr>
              <a:t>Contexte et objectif</a:t>
            </a:r>
          </a:p>
        </p:txBody>
      </p:sp>
      <p:graphicFrame>
        <p:nvGraphicFramePr>
          <p:cNvPr id="7" name="Espace réservé du texte 2">
            <a:extLst>
              <a:ext uri="{FF2B5EF4-FFF2-40B4-BE49-F238E27FC236}">
                <a16:creationId xmlns:a16="http://schemas.microsoft.com/office/drawing/2014/main" id="{4B52EF9D-D341-EFEA-BD4D-B658C6F12AB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6739754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841248" y="2624328"/>
          <a:ext cx="1042416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417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DDF832-C46E-8D24-A78A-D91DE246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</p:spPr>
        <p:txBody>
          <a:bodyPr anchor="b">
            <a:normAutofit/>
          </a:bodyPr>
          <a:lstStyle/>
          <a:p>
            <a:r>
              <a:rPr lang="fr-FR" dirty="0">
                <a:latin typeface="Arial Nova" panose="020B0504020202020204" pitchFamily="34" charset="0"/>
              </a:rPr>
              <a:t>JEU DE DONNEES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D61D602E-5632-117C-476C-BA11E3154B8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2495216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GraphicFramePr>
        <p:xfrm>
          <a:off x="841248" y="2624328"/>
          <a:ext cx="1042416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887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869617-BCFC-2931-FCE7-3BDF001E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 anchor="b">
            <a:normAutofit/>
          </a:bodyPr>
          <a:lstStyle/>
          <a:p>
            <a:r>
              <a:rPr lang="fr-FR" dirty="0">
                <a:latin typeface="Arial Nova" panose="020B0504020202020204" pitchFamily="34" charset="0"/>
              </a:rPr>
              <a:t>ANALYSE EXPLORATOIRE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0E98699D-019E-4B4D-744A-9B364D2848B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3986127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7055956" y="381060"/>
          <a:ext cx="4039111" cy="288895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491079">
                  <a:extLst>
                    <a:ext uri="{9D8B030D-6E8A-4147-A177-3AD203B41FA5}">
                      <a16:colId xmlns:a16="http://schemas.microsoft.com/office/drawing/2014/main" val="2360961713"/>
                    </a:ext>
                  </a:extLst>
                </a:gridCol>
                <a:gridCol w="3548032">
                  <a:extLst>
                    <a:ext uri="{9D8B030D-6E8A-4147-A177-3AD203B41FA5}">
                      <a16:colId xmlns:a16="http://schemas.microsoft.com/office/drawing/2014/main" val="1032994505"/>
                    </a:ext>
                  </a:extLst>
                </a:gridCol>
              </a:tblGrid>
              <a:tr h="929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400" b="1" cap="none" spc="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800" b="0" cap="none" spc="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Analyse des distributions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25800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400" b="1" cap="none" spc="0">
                          <a:solidFill>
                            <a:schemeClr val="accent1"/>
                          </a:solidFill>
                          <a:effectLst/>
                        </a:rPr>
                        <a:t>2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800" b="0" cap="none" spc="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Comparaison des caractéristiques selon l’authenticité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037581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400" b="1" cap="none" spc="0">
                          <a:solidFill>
                            <a:schemeClr val="accent1"/>
                          </a:solidFill>
                          <a:effectLst/>
                        </a:rPr>
                        <a:t>3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800" b="0" cap="none" spc="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Variables discriminantes : </a:t>
                      </a:r>
                      <a:r>
                        <a:rPr lang="fr-FR" sz="1800" b="0" cap="none" spc="0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length</a:t>
                      </a:r>
                      <a:r>
                        <a:rPr lang="fr-FR" sz="1800" b="0" cap="none" spc="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, </a:t>
                      </a:r>
                      <a:r>
                        <a:rPr lang="fr-FR" sz="1800" b="0" cap="none" spc="0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margin_low</a:t>
                      </a:r>
                      <a:endParaRPr lang="fr-FR" sz="1800" b="0" cap="none" spc="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21312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BF44EC46-7BAD-07EB-F9AB-EB13A87A5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228" y="3587984"/>
            <a:ext cx="4925772" cy="327001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05F6B9E-88FA-56AE-BC8E-368C4B0E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25772" cy="261340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488CBD1-8BCC-DC8F-CF27-9E02EAFB4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070" y="3045031"/>
            <a:ext cx="5562886" cy="10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5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D32FC-6686-5DBF-6CC9-CD4EFF5A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Nova" panose="020B0504020202020204" pitchFamily="34" charset="0"/>
              </a:rPr>
              <a:t>QUALITE ET PREPARATION DES DONNEES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56DFF5-447C-1757-4B1D-CC44A60588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59224" y="2060448"/>
            <a:ext cx="4956175" cy="3556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 Nova" panose="020B0504020202020204" pitchFamily="34" charset="0"/>
              </a:rPr>
              <a:t>37 valeurs manquantes sur </a:t>
            </a:r>
            <a:r>
              <a:rPr lang="fr-FR" dirty="0" err="1">
                <a:latin typeface="Arial Nova" panose="020B0504020202020204" pitchFamily="34" charset="0"/>
              </a:rPr>
              <a:t>margin_low</a:t>
            </a:r>
            <a:endParaRPr lang="fr-FR" dirty="0">
              <a:latin typeface="Arial Nova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 Nova" panose="020B0504020202020204" pitchFamily="34" charset="0"/>
              </a:rPr>
              <a:t>Imputation par médiane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 Nova" panose="020B0504020202020204" pitchFamily="34" charset="0"/>
              </a:rPr>
              <a:t>Valeurs atypiques conservées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 Nova" panose="020B0504020202020204" pitchFamily="34" charset="0"/>
              </a:rPr>
              <a:t>Train : 80% Test : 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 Nova" panose="020B0504020202020204" pitchFamily="34" charset="0"/>
              </a:rPr>
              <a:t>Standardisation lorsque nécessaire</a:t>
            </a:r>
          </a:p>
        </p:txBody>
      </p:sp>
    </p:spTree>
    <p:extLst>
      <p:ext uri="{BB962C8B-B14F-4D97-AF65-F5344CB8AC3E}">
        <p14:creationId xmlns:p14="http://schemas.microsoft.com/office/powerpoint/2010/main" val="213230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4A355-8C86-6ACA-EB8B-877603D4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 anchor="b">
            <a:normAutofit/>
          </a:bodyPr>
          <a:lstStyle/>
          <a:p>
            <a:r>
              <a:rPr lang="fr-FR" dirty="0">
                <a:latin typeface="Arial Nova" panose="020B0504020202020204" pitchFamily="34" charset="0"/>
              </a:rPr>
              <a:t>METHODOLOGIE DE MODELISATION</a:t>
            </a:r>
          </a:p>
        </p:txBody>
      </p:sp>
      <p:graphicFrame>
        <p:nvGraphicFramePr>
          <p:cNvPr id="5" name="Espace réservé du contenu 4" descr="Basic Timeline">
            <a:extLst>
              <a:ext uri="{FF2B5EF4-FFF2-40B4-BE49-F238E27FC236}">
                <a16:creationId xmlns:a16="http://schemas.microsoft.com/office/drawing/2014/main" id="{DB3F8D41-F53A-8D37-74D0-FFB99E9C39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57596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731520" y="1658679"/>
          <a:ext cx="10780776" cy="492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C210C98B-4837-3F76-F7C4-3D748E90B4C4}"/>
              </a:ext>
            </a:extLst>
          </p:cNvPr>
          <p:cNvSpPr txBox="1"/>
          <p:nvPr/>
        </p:nvSpPr>
        <p:spPr>
          <a:xfrm>
            <a:off x="4365171" y="5260240"/>
            <a:ext cx="42345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rial Nova" panose="020B0504020202020204" pitchFamily="34" charset="0"/>
              </a:rPr>
              <a:t>Régression logistique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rial Nova" panose="020B0504020202020204" pitchFamily="34" charset="0"/>
              </a:rPr>
              <a:t>KNN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rial Nova" panose="020B0504020202020204" pitchFamily="34" charset="0"/>
              </a:rPr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rial Nova" panose="020B0504020202020204" pitchFamily="34" charset="0"/>
              </a:rPr>
              <a:t>K-</a:t>
            </a:r>
            <a:r>
              <a:rPr lang="fr-FR" sz="2000" dirty="0" err="1">
                <a:latin typeface="Arial Nova" panose="020B0504020202020204" pitchFamily="34" charset="0"/>
              </a:rPr>
              <a:t>means</a:t>
            </a:r>
            <a:endParaRPr lang="fr-FR" sz="20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68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8189AF-8D89-FC0B-E7C1-A8B6FF26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Nova" panose="020B0504020202020204" pitchFamily="34" charset="0"/>
              </a:rPr>
              <a:t>REGRESSION LOGISTIQUE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9CAC7EF-AA4F-2312-428F-DCBB12C6E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1859623"/>
            <a:ext cx="2075806" cy="113225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A1E1284-DEB5-457C-61FA-0E282989A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090" y="1761652"/>
            <a:ext cx="6216424" cy="484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4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0F87-3033-9716-A20C-41926D1D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FA83A-BB8B-8964-F81D-EFF0FF0E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Nova" panose="020B0504020202020204" pitchFamily="34" charset="0"/>
              </a:rPr>
              <a:t>KNN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C262C12-2393-DA50-A3FB-04546DFB1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41" y="1811081"/>
            <a:ext cx="2883048" cy="120021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8A43201-0D65-6310-798A-BD31F655A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919" y="1498018"/>
            <a:ext cx="6161996" cy="478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B0E9-BAEB-E0FD-956D-73811879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7D4892-F0A5-957A-E8AE-4930784D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Nova" panose="020B0504020202020204" pitchFamily="34" charset="0"/>
              </a:rPr>
              <a:t>Random </a:t>
            </a:r>
            <a:r>
              <a:rPr lang="fr-FR" dirty="0" err="1">
                <a:latin typeface="Arial Nova" panose="020B0504020202020204" pitchFamily="34" charset="0"/>
              </a:rPr>
              <a:t>forest</a:t>
            </a:r>
            <a:endParaRPr lang="fr-FR" dirty="0">
              <a:latin typeface="Arial Nova" panose="020B0504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5BEE57F-A37A-3DF0-EAC4-46122E2E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23" y="1756653"/>
            <a:ext cx="2705239" cy="11240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169639C-5FE0-8F3E-2779-3F27CE56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833" y="1498018"/>
            <a:ext cx="6447064" cy="500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53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7D1B-B658-9D09-6D64-A03A90C2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CFA7B9-1C39-7458-009C-501A859A4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Nova" panose="020B0504020202020204" pitchFamily="34" charset="0"/>
              </a:rPr>
              <a:t>K-MEANS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A4A1E9-B2AD-A252-D2AB-0356E32C8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605"/>
            <a:ext cx="2087880" cy="123870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9483C78-6E98-2E00-FA56-7C960E92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462" y="1892073"/>
            <a:ext cx="6074910" cy="472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9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91AEB2-DF17-83D0-E6F4-3D01C2997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Nova" panose="020B0504020202020204" pitchFamily="34" charset="0"/>
              </a:rPr>
              <a:t>COMPARAISON DES MODELES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D8AAFA1-2678-9BA8-0A9D-1F503822D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1926772"/>
            <a:ext cx="8344760" cy="211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6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668952-657C-A1E4-264F-4470BBDF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Arial Nova" panose="020B0504020202020204" pitchFamily="34" charset="0"/>
              </a:rPr>
              <a:t>MODELE RETENU  : REGRESSION logistique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200B0D-0123-DB58-CA69-D9F4F483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Arial Nova" panose="020B0504020202020204" pitchFamily="34" charset="0"/>
              </a:rPr>
              <a:t>Accuracy</a:t>
            </a:r>
            <a:r>
              <a:rPr lang="fr-FR" sz="2400" dirty="0">
                <a:latin typeface="Arial Nova" panose="020B0504020202020204" pitchFamily="34" charset="0"/>
              </a:rPr>
              <a:t> : 99%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Arial Nova" panose="020B0504020202020204" pitchFamily="34" charset="0"/>
              </a:rPr>
              <a:t>Recall</a:t>
            </a:r>
            <a:r>
              <a:rPr lang="fr-FR" sz="2400" dirty="0">
                <a:latin typeface="Arial Nova" panose="020B0504020202020204" pitchFamily="34" charset="0"/>
              </a:rPr>
              <a:t> faux : 98%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Arial Nova" panose="020B0504020202020204" pitchFamily="34" charset="0"/>
              </a:rPr>
              <a:t>Précision faux : 99%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Arial Nova" panose="020B0504020202020204" pitchFamily="34" charset="0"/>
              </a:rPr>
              <a:t>AUC : 0,999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Arial Nova" panose="020B0504020202020204" pitchFamily="34" charset="0"/>
              </a:rPr>
              <a:t>Performances comparables à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Arial Nova" panose="020B0504020202020204" pitchFamily="34" charset="0"/>
              </a:rPr>
              <a:t>Modèle plus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01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F59007-0570-81E9-7FB6-812FDB24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Nova" panose="020B0504020202020204" pitchFamily="34" charset="0"/>
              </a:rPr>
              <a:t>Pipeline &amp; mise en production</a:t>
            </a:r>
          </a:p>
        </p:txBody>
      </p:sp>
      <p:graphicFrame>
        <p:nvGraphicFramePr>
          <p:cNvPr id="4" name="Espace réservé du contenu 4" descr="Basic Timeline">
            <a:extLst>
              <a:ext uri="{FF2B5EF4-FFF2-40B4-BE49-F238E27FC236}">
                <a16:creationId xmlns:a16="http://schemas.microsoft.com/office/drawing/2014/main" id="{9DFC12C4-F166-C56D-7917-34C3C87691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69098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513805" y="1567240"/>
          <a:ext cx="10780776" cy="492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8D3191E-695C-10D1-1405-6FE512F36865}"/>
              </a:ext>
            </a:extLst>
          </p:cNvPr>
          <p:cNvSpPr txBox="1"/>
          <p:nvPr/>
        </p:nvSpPr>
        <p:spPr>
          <a:xfrm>
            <a:off x="6019800" y="4974771"/>
            <a:ext cx="3614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rial Nova" panose="020B0504020202020204" pitchFamily="34" charset="0"/>
              </a:rPr>
              <a:t>Sauvegarde .</a:t>
            </a:r>
            <a:r>
              <a:rPr lang="fr-FR" sz="2000" dirty="0" err="1">
                <a:latin typeface="Arial Nova" panose="020B0504020202020204" pitchFamily="34" charset="0"/>
              </a:rPr>
              <a:t>joblib</a:t>
            </a:r>
            <a:endParaRPr lang="fr-FR" sz="2000" dirty="0">
              <a:latin typeface="Arial Nova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rial Nova" panose="020B0504020202020204" pitchFamily="34" charset="0"/>
              </a:rPr>
              <a:t>Script detection_billet.py</a:t>
            </a:r>
          </a:p>
        </p:txBody>
      </p:sp>
    </p:spTree>
    <p:extLst>
      <p:ext uri="{BB962C8B-B14F-4D97-AF65-F5344CB8AC3E}">
        <p14:creationId xmlns:p14="http://schemas.microsoft.com/office/powerpoint/2010/main" val="116853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4A5E9-7D4F-C46E-C92E-DCE0D870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>
            <a:normAutofit/>
          </a:bodyPr>
          <a:lstStyle/>
          <a:p>
            <a:r>
              <a:rPr lang="fr-FR" dirty="0">
                <a:latin typeface="Arial Nova" panose="020B0504020202020204" pitchFamily="34" charset="0"/>
              </a:rPr>
              <a:t>CONCLUSION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C1C7BA3-44D8-1C06-81C5-6C6FEFB58A6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19790370"/>
              </p:ext>
            </p:extLst>
          </p:nvPr>
        </p:nvGraphicFramePr>
        <p:xfrm>
          <a:off x="4666926" y="841248"/>
          <a:ext cx="6260154" cy="5184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766636"/>
      </p:ext>
    </p:extLst>
  </p:cSld>
  <p:clrMapOvr>
    <a:masterClrMapping/>
  </p:clrMapOvr>
</p:sld>
</file>

<file path=ppt/theme/theme1.xml><?xml version="1.0" encoding="utf-8"?>
<a:theme xmlns:a="http://schemas.openxmlformats.org/drawingml/2006/main" name="Arcade">
  <a:themeElements>
    <a:clrScheme name="Arcade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ade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918</TotalTime>
  <Words>199</Words>
  <Application>Microsoft Office PowerPoint</Application>
  <PresentationFormat>Grand écran</PresentationFormat>
  <Paragraphs>64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Arial Nova</vt:lpstr>
      <vt:lpstr>Felix Titling</vt:lpstr>
      <vt:lpstr>Goudy Old Style</vt:lpstr>
      <vt:lpstr>Arcade</vt:lpstr>
      <vt:lpstr>DETECTION AUTOMATIQUE DE FAUX BILLETS</vt:lpstr>
      <vt:lpstr>Contexte et objectif</vt:lpstr>
      <vt:lpstr>JEU DE DONNEES</vt:lpstr>
      <vt:lpstr>ANALYSE EXPLORATOIRE</vt:lpstr>
      <vt:lpstr>QUALITE ET PREPARATION DES DONNEES</vt:lpstr>
      <vt:lpstr>METHODOLOGIE DE MODELISATION</vt:lpstr>
      <vt:lpstr>REGRESSION LOGISTIQUE</vt:lpstr>
      <vt:lpstr>KNN</vt:lpstr>
      <vt:lpstr>Random forest</vt:lpstr>
      <vt:lpstr>K-MEANS</vt:lpstr>
      <vt:lpstr>COMPARAISON DES MODELES</vt:lpstr>
      <vt:lpstr>MODELE RETENU  : REGRESSION logistique </vt:lpstr>
      <vt:lpstr>Pipeline &amp; mise en production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Belhoussine</dc:creator>
  <cp:lastModifiedBy>Ines Belhoussine</cp:lastModifiedBy>
  <cp:revision>1</cp:revision>
  <dcterms:created xsi:type="dcterms:W3CDTF">2026-09-30T17:46:43Z</dcterms:created>
  <dcterms:modified xsi:type="dcterms:W3CDTF">2026-10-01T09:12:38Z</dcterms:modified>
</cp:coreProperties>
</file>